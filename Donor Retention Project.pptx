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8.xml"/>
  <Override ContentType="application/vnd.ms-office.chartcolorstyle+xml" PartName="/ppt/charts/colors11.xml"/>
  <Override ContentType="application/vnd.ms-office.chartcolorstyle+xml" PartName="/ppt/charts/colors13.xml"/>
  <Override ContentType="application/vnd.ms-office.chartcolorstyle+xml" PartName="/ppt/charts/colors14.xml"/>
  <Override ContentType="application/vnd.ms-office.chartcolorstyle+xml" PartName="/ppt/charts/colors5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7.xml"/>
  <Override ContentType="application/vnd.ms-office.chartcolorstyle+xml" PartName="/ppt/charts/colors10.xml"/>
  <Override ContentType="application/vnd.ms-office.chartcolorstyle+xml" PartName="/ppt/charts/colors9.xml"/>
  <Override ContentType="application/vnd.ms-office.chartcolorstyle+xml" PartName="/ppt/charts/colors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drawingml.chart+xml" PartName="/ppt/charts/chart12.xml"/>
  <Override ContentType="application/vnd.openxmlformats-officedocument.drawingml.chart+xml" PartName="/ppt/charts/chart14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5.xml"/>
  <Override ContentType="application/vnd.openxmlformats-officedocument.drawingml.chart+xml" PartName="/ppt/charts/chart11.xml"/>
  <Override ContentType="application/vnd.openxmlformats-officedocument.drawingml.chart+xml" PartName="/ppt/charts/chart1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5.xml"/>
  <Override ContentType="application/vnd.ms-office.chartstyle+xml" PartName="/ppt/charts/style8.xml"/>
  <Override ContentType="application/vnd.ms-office.chartstyle+xml" PartName="/ppt/charts/style1.xml"/>
  <Override ContentType="application/vnd.ms-office.chartstyle+xml" PartName="/ppt/charts/style12.xml"/>
  <Override ContentType="application/vnd.ms-office.chartstyle+xml" PartName="/ppt/charts/style14.xml"/>
  <Override ContentType="application/vnd.ms-office.chartstyle+xml" PartName="/ppt/charts/style9.xml"/>
  <Override ContentType="application/vnd.ms-office.chartstyle+xml" PartName="/ppt/charts/style4.xml"/>
  <Override ContentType="application/vnd.ms-office.chartstyle+xml" PartName="/ppt/charts/style10.xml"/>
  <Override ContentType="application/vnd.ms-office.chartstyle+xml" PartName="/ppt/charts/style7.xml"/>
  <Override ContentType="application/vnd.ms-office.chartstyle+xml" PartName="/ppt/charts/style6.xml"/>
  <Override ContentType="application/vnd.ms-office.chartstyle+xml" PartName="/ppt/charts/style11.xml"/>
  <Override ContentType="application/vnd.ms-office.chartstyle+xml" PartName="/ppt/charts/style2.xml"/>
  <Override ContentType="application/vnd.ms-office.chartstyle+xml" PartName="/ppt/charts/style13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yMMvjetYeLj5LMJ2DK7IuM+tj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HelveticaNeueLight-bold.fntdata"/><Relationship Id="rId22" Type="http://schemas.openxmlformats.org/officeDocument/2006/relationships/font" Target="fonts/HelveticaNeueLight-boldItalic.fntdata"/><Relationship Id="rId21" Type="http://schemas.openxmlformats.org/officeDocument/2006/relationships/font" Target="fonts/HelveticaNeueLight-italic.fntdata"/><Relationship Id="rId23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10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19" Type="http://schemas.openxmlformats.org/officeDocument/2006/relationships/font" Target="fonts/HelveticaNeueLight-regular.fntdata"/><Relationship Id="rId18" Type="http://schemas.openxmlformats.org/officeDocument/2006/relationships/font" Target="fonts/HelveticaNeue-boldItalic.fnt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Sheet9.xlsx"/></Relationships>
</file>

<file path=ppt/charts/_rels/chart10.xml.rels><?xml version="1.0" encoding="UTF-8" standalone="yes"?>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Sheet10.xlsx"/></Relationships>
</file>

<file path=ppt/charts/_rels/chart11.xml.rels><?xml version="1.0" encoding="UTF-8" standalone="yes"?>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Sheet11.xlsx"/></Relationships>
</file>

<file path=ppt/charts/_rels/chart12.xml.rels><?xml version="1.0" encoding="UTF-8" standalone="yes"?>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Sheet12.xlsx"/></Relationships>
</file>

<file path=ppt/charts/_rels/chart13.xml.rels><?xml version="1.0" encoding="UTF-8" standalone="yes"?>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Sheet13.xlsx"/></Relationships>
</file>

<file path=ppt/charts/_rels/chart14.xml.rels><?xml version="1.0" encoding="UTF-8" standalone="yes"?>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DBB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E0-FE47-B6D2-4498CB3363D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0-FE47-B6D2-4498CB3363D3}"/>
              </c:ext>
            </c:extLst>
          </c:dPt>
          <c:dPt>
            <c:idx val="2"/>
            <c:bubble3D val="0"/>
            <c:spPr>
              <a:solidFill>
                <a:srgbClr val="91919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E0-FE47-B6D2-4498CB3363D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93-104A-A2EA-85E067F21EB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10.199999999999999</c:v>
                </c:pt>
                <c:pt idx="1">
                  <c:v>4.2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0-FE47-B6D2-4498CB3363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8.8166765619510187E-2"/>
          <c:y val="0.91064817318814928"/>
          <c:w val="0.82920259701083943"/>
          <c:h val="7.86253871159861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DBB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E0-FE47-B6D2-4498CB3363D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0-FE47-B6D2-4498CB3363D3}"/>
              </c:ext>
            </c:extLst>
          </c:dPt>
          <c:dPt>
            <c:idx val="2"/>
            <c:bubble3D val="0"/>
            <c:spPr>
              <a:solidFill>
                <a:srgbClr val="91919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E0-FE47-B6D2-4498CB3363D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93-104A-A2EA-85E067F21EB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10.199999999999999</c:v>
                </c:pt>
                <c:pt idx="1">
                  <c:v>4.2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0-FE47-B6D2-4498CB3363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8.8166765619510187E-2"/>
          <c:y val="0.91064817318814928"/>
          <c:w val="0.82920259701083943"/>
          <c:h val="7.86253871159861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F-784A-9891-5E70EF4C0D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DBB3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F-784A-9891-5E70EF4C0D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1919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8F-784A-9891-5E70EF4C0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205344"/>
        <c:axId val="1828206976"/>
      </c:barChart>
      <c:catAx>
        <c:axId val="182820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6976"/>
        <c:crosses val="autoZero"/>
        <c:auto val="1"/>
        <c:lblAlgn val="ctr"/>
        <c:lblOffset val="100"/>
        <c:noMultiLvlLbl val="0"/>
      </c:catAx>
      <c:valAx>
        <c:axId val="182820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31633694790381"/>
          <c:y val="0.89699445054266613"/>
          <c:w val="0.77536710470003389"/>
          <c:h val="9.95437827624189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F-784A-9891-5E70EF4C0D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DBB3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F-784A-9891-5E70EF4C0D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1919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8F-784A-9891-5E70EF4C0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205344"/>
        <c:axId val="1828206976"/>
      </c:barChart>
      <c:catAx>
        <c:axId val="182820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6976"/>
        <c:crosses val="autoZero"/>
        <c:auto val="1"/>
        <c:lblAlgn val="ctr"/>
        <c:lblOffset val="100"/>
        <c:noMultiLvlLbl val="0"/>
      </c:catAx>
      <c:valAx>
        <c:axId val="182820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31633694790381"/>
          <c:y val="0.89699445054266613"/>
          <c:w val="0.77536710470003389"/>
          <c:h val="9.95437827624189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FDBB3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A-0345-A8CE-EA20D90F0F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A-0345-A8CE-EA20D90F0F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91919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AA-0345-A8CE-EA20D90F0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511728"/>
        <c:axId val="838037311"/>
      </c:lineChart>
      <c:catAx>
        <c:axId val="181951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838037311"/>
        <c:crosses val="autoZero"/>
        <c:auto val="1"/>
        <c:lblAlgn val="ctr"/>
        <c:lblOffset val="100"/>
        <c:noMultiLvlLbl val="0"/>
      </c:catAx>
      <c:valAx>
        <c:axId val="83803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1951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47608531665774E-2"/>
          <c:y val="0.88229022119471978"/>
          <c:w val="0.89504761071815109"/>
          <c:h val="0.117709778805280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FDBB3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A-0345-A8CE-EA20D90F0F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A-0345-A8CE-EA20D90F0F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91919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AA-0345-A8CE-EA20D90F0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511728"/>
        <c:axId val="838037311"/>
      </c:lineChart>
      <c:catAx>
        <c:axId val="181951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838037311"/>
        <c:crosses val="autoZero"/>
        <c:auto val="1"/>
        <c:lblAlgn val="ctr"/>
        <c:lblOffset val="100"/>
        <c:noMultiLvlLbl val="0"/>
      </c:catAx>
      <c:valAx>
        <c:axId val="83803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1951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47608531665774E-2"/>
          <c:y val="0.88229022119471978"/>
          <c:w val="0.89504761071815109"/>
          <c:h val="0.117709778805280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DBB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3B2-E143-9A75-330CEA6E08BE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3B2-E143-9A75-330CEA6E08BE}"/>
              </c:ext>
            </c:extLst>
          </c:dPt>
          <c:dPt>
            <c:idx val="2"/>
            <c:bubble3D val="0"/>
            <c:spPr>
              <a:solidFill>
                <a:srgbClr val="91919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3B2-E143-9A75-330CEA6E08BE}"/>
              </c:ext>
            </c:extLst>
          </c:dPt>
          <c:dPt>
            <c:idx val="3"/>
            <c:bubble3D val="0"/>
            <c:spPr>
              <a:solidFill>
                <a:srgbClr val="73973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3B2-E143-9A75-330CEA6E08BE}"/>
              </c:ext>
            </c:extLst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2-E143-9A75-330CEA6E08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2B-3244-94D5-6E6109ED9B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DBB3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2B-3244-94D5-6E6109ED9B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1919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2B-3244-94D5-6E6109ED9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205344"/>
        <c:axId val="1828206976"/>
      </c:barChart>
      <c:catAx>
        <c:axId val="182820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1828206976"/>
        <c:crosses val="autoZero"/>
        <c:auto val="1"/>
        <c:lblAlgn val="ctr"/>
        <c:lblOffset val="100"/>
        <c:noMultiLvlLbl val="0"/>
      </c:catAx>
      <c:valAx>
        <c:axId val="182820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18282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Helvetica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FDBB3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3F-FC4E-9E33-CDC616175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3F-FC4E-9E33-CDC6161758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91919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3F-FC4E-9E33-CDC616175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511728"/>
        <c:axId val="838037311"/>
      </c:lineChart>
      <c:catAx>
        <c:axId val="181951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838037311"/>
        <c:crosses val="autoZero"/>
        <c:auto val="1"/>
        <c:lblAlgn val="ctr"/>
        <c:lblOffset val="100"/>
        <c:noMultiLvlLbl val="0"/>
      </c:catAx>
      <c:valAx>
        <c:axId val="83803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pPr>
            <a:endParaRPr lang="en-US"/>
          </a:p>
        </c:txPr>
        <c:crossAx val="181951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Helvetica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DBB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E0-FE47-B6D2-4498CB3363D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0-FE47-B6D2-4498CB3363D3}"/>
              </c:ext>
            </c:extLst>
          </c:dPt>
          <c:dPt>
            <c:idx val="2"/>
            <c:bubble3D val="0"/>
            <c:spPr>
              <a:solidFill>
                <a:srgbClr val="91919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E0-FE47-B6D2-4498CB3363D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93-104A-A2EA-85E067F21EB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10.199999999999999</c:v>
                </c:pt>
                <c:pt idx="1">
                  <c:v>4.2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0-FE47-B6D2-4498CB3363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8.8166765619510187E-2"/>
          <c:y val="0.91064817318814928"/>
          <c:w val="0.82920259701083943"/>
          <c:h val="7.86253871159861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FDBB3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E0-FE47-B6D2-4498CB3363D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0-FE47-B6D2-4498CB3363D3}"/>
              </c:ext>
            </c:extLst>
          </c:dPt>
          <c:dPt>
            <c:idx val="2"/>
            <c:bubble3D val="0"/>
            <c:spPr>
              <a:solidFill>
                <a:srgbClr val="91919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E0-FE47-B6D2-4498CB3363D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C93-104A-A2EA-85E067F21EB4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10.199999999999999</c:v>
                </c:pt>
                <c:pt idx="1">
                  <c:v>4.2</c:v>
                </c:pt>
                <c:pt idx="2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E0-FE47-B6D2-4498CB3363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8.8166765619510187E-2"/>
          <c:y val="0.91064817318814928"/>
          <c:w val="0.82920259701083943"/>
          <c:h val="7.86253871159861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F-784A-9891-5E70EF4C0D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DBB3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F-784A-9891-5E70EF4C0D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1919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8F-784A-9891-5E70EF4C0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205344"/>
        <c:axId val="1828206976"/>
      </c:barChart>
      <c:catAx>
        <c:axId val="182820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6976"/>
        <c:crosses val="autoZero"/>
        <c:auto val="1"/>
        <c:lblAlgn val="ctr"/>
        <c:lblOffset val="100"/>
        <c:noMultiLvlLbl val="0"/>
      </c:catAx>
      <c:valAx>
        <c:axId val="182820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31633694790381"/>
          <c:y val="0.89699445054266613"/>
          <c:w val="0.77536710470003389"/>
          <c:h val="9.95437827624189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F-784A-9891-5E70EF4C0D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FDBB3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F-784A-9891-5E70EF4C0D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91919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8F-784A-9891-5E70EF4C0D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8205344"/>
        <c:axId val="1828206976"/>
      </c:barChart>
      <c:catAx>
        <c:axId val="182820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6976"/>
        <c:crosses val="autoZero"/>
        <c:auto val="1"/>
        <c:lblAlgn val="ctr"/>
        <c:lblOffset val="100"/>
        <c:noMultiLvlLbl val="0"/>
      </c:catAx>
      <c:valAx>
        <c:axId val="182820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2820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231633694790381"/>
          <c:y val="0.89699445054266613"/>
          <c:w val="0.77536710470003389"/>
          <c:h val="9.95437827624189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FDBB3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AA-0345-A8CE-EA20D90F0F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AA-0345-A8CE-EA20D90F0FE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919194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AA-0345-A8CE-EA20D90F0F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511728"/>
        <c:axId val="838037311"/>
      </c:lineChart>
      <c:catAx>
        <c:axId val="181951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838037311"/>
        <c:crosses val="autoZero"/>
        <c:auto val="1"/>
        <c:lblAlgn val="ctr"/>
        <c:lblOffset val="100"/>
        <c:noMultiLvlLbl val="0"/>
      </c:catAx>
      <c:valAx>
        <c:axId val="83803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81951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47608531665774E-2"/>
          <c:y val="0.88229022119471978"/>
          <c:w val="0.89504761071815109"/>
          <c:h val="0.117709778805280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bg1"/>
              </a:solidFill>
              <a:latin typeface="Helvetica" pitchFamily="2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4" name="Google Shape;69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0" name="Google Shape;70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2" name="Google Shape;71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5101fbf51f_0_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5101fbf51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g35101fbf51f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5101fbf51f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5101fbf51f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5101fbf51f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5101fbf51f_0_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5101fbf51f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g35101fbf51f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5101fbf51f_0_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5101fbf51f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5101fbf51f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5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6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chart" Target="../charts/chart9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0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chart" Target="../charts/chart1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5"/>
          <p:cNvSpPr txBox="1"/>
          <p:nvPr>
            <p:ph type="ctrTitle"/>
          </p:nvPr>
        </p:nvSpPr>
        <p:spPr>
          <a:xfrm>
            <a:off x="4616450" y="1492779"/>
            <a:ext cx="4197099" cy="27028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50"/>
              <a:buFont typeface="Helvetica Neue"/>
              <a:buNone/>
              <a:defRPr b="1" i="0" sz="4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5"/>
          <p:cNvSpPr txBox="1"/>
          <p:nvPr>
            <p:ph idx="1" type="subTitle"/>
          </p:nvPr>
        </p:nvSpPr>
        <p:spPr>
          <a:xfrm>
            <a:off x="4616450" y="4784531"/>
            <a:ext cx="3848894" cy="36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Helvetica Neue"/>
              <a:buNone/>
              <a:defRPr b="0" i="0" sz="1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15" name="Google Shape;15;p45"/>
          <p:cNvCxnSpPr/>
          <p:nvPr/>
        </p:nvCxnSpPr>
        <p:spPr>
          <a:xfrm>
            <a:off x="4693444" y="441280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">
  <p:cSld name="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652926" y="2159428"/>
            <a:ext cx="5830027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" name="Google Shape;19;p46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4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– Long Headline">
  <p:cSld name="Body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7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652926" y="2850451"/>
            <a:ext cx="5830027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4" name="Google Shape;24;p4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4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, 2 Column">
  <p:cSld name="Body, 2 Colum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 txBox="1"/>
          <p:nvPr>
            <p:ph idx="1" type="body"/>
          </p:nvPr>
        </p:nvSpPr>
        <p:spPr>
          <a:xfrm>
            <a:off x="652927" y="2159428"/>
            <a:ext cx="6427736" cy="32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8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48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, 2 Column – Long Headline">
  <p:cSld name="Body, 2 Column – 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1" type="body"/>
          </p:nvPr>
        </p:nvSpPr>
        <p:spPr>
          <a:xfrm>
            <a:off x="652927" y="2850451"/>
            <a:ext cx="6427736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4" name="Google Shape;34;p49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w/ Image">
  <p:cSld name="Body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>
            <p:ph idx="1" type="body"/>
          </p:nvPr>
        </p:nvSpPr>
        <p:spPr>
          <a:xfrm>
            <a:off x="652927" y="2159428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0"/>
          <p:cNvSpPr/>
          <p:nvPr>
            <p:ph idx="2" type="pic"/>
          </p:nvPr>
        </p:nvSpPr>
        <p:spPr>
          <a:xfrm>
            <a:off x="5572845" y="-20"/>
            <a:ext cx="3571155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0" name="Google Shape;40;p50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50"/>
          <p:cNvSpPr txBox="1"/>
          <p:nvPr>
            <p:ph type="title"/>
          </p:nvPr>
        </p:nvSpPr>
        <p:spPr>
          <a:xfrm>
            <a:off x="654118" y="843864"/>
            <a:ext cx="391788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w/ Image – Long Headline">
  <p:cSld name="Body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1"/>
          <p:cNvSpPr/>
          <p:nvPr>
            <p:ph idx="2" type="pic"/>
          </p:nvPr>
        </p:nvSpPr>
        <p:spPr>
          <a:xfrm>
            <a:off x="5572845" y="-20"/>
            <a:ext cx="3571155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4" name="Google Shape;44;p51"/>
          <p:cNvSpPr txBox="1"/>
          <p:nvPr>
            <p:ph type="title"/>
          </p:nvPr>
        </p:nvSpPr>
        <p:spPr>
          <a:xfrm>
            <a:off x="654118" y="748008"/>
            <a:ext cx="391788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1"/>
          <p:cNvSpPr txBox="1"/>
          <p:nvPr>
            <p:ph idx="1" type="body"/>
          </p:nvPr>
        </p:nvSpPr>
        <p:spPr>
          <a:xfrm>
            <a:off x="652927" y="2850451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6" name="Google Shape;46;p51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" name="Google Shape;47;p5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w/ Image Gallery">
  <p:cSld name="Body w/ Image Galler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2"/>
          <p:cNvSpPr/>
          <p:nvPr/>
        </p:nvSpPr>
        <p:spPr>
          <a:xfrm>
            <a:off x="4572000" y="0"/>
            <a:ext cx="4571207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2"/>
          <p:cNvSpPr/>
          <p:nvPr>
            <p:ph idx="2" type="pic"/>
          </p:nvPr>
        </p:nvSpPr>
        <p:spPr>
          <a:xfrm>
            <a:off x="6841758" y="0"/>
            <a:ext cx="2301449" cy="144438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Google Shape;51;p52"/>
          <p:cNvSpPr/>
          <p:nvPr>
            <p:ph idx="3" type="pic"/>
          </p:nvPr>
        </p:nvSpPr>
        <p:spPr>
          <a:xfrm>
            <a:off x="4572000" y="0"/>
            <a:ext cx="2191871" cy="27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" name="Google Shape;52;p52"/>
          <p:cNvSpPr/>
          <p:nvPr>
            <p:ph idx="4" type="pic"/>
          </p:nvPr>
        </p:nvSpPr>
        <p:spPr>
          <a:xfrm>
            <a:off x="4572000" y="2825750"/>
            <a:ext cx="2191871" cy="402734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Google Shape;53;p52"/>
          <p:cNvSpPr/>
          <p:nvPr>
            <p:ph idx="5" type="pic"/>
          </p:nvPr>
        </p:nvSpPr>
        <p:spPr>
          <a:xfrm>
            <a:off x="6841758" y="1535587"/>
            <a:ext cx="2301449" cy="295386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4" name="Google Shape;54;p52"/>
          <p:cNvSpPr/>
          <p:nvPr>
            <p:ph idx="6" type="pic"/>
          </p:nvPr>
        </p:nvSpPr>
        <p:spPr>
          <a:xfrm>
            <a:off x="6841758" y="4580655"/>
            <a:ext cx="2301449" cy="227734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Google Shape;55;p5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52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52"/>
          <p:cNvSpPr txBox="1"/>
          <p:nvPr>
            <p:ph idx="1" type="body"/>
          </p:nvPr>
        </p:nvSpPr>
        <p:spPr>
          <a:xfrm>
            <a:off x="652927" y="2159427"/>
            <a:ext cx="3256575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2"/>
          <p:cNvSpPr txBox="1"/>
          <p:nvPr>
            <p:ph type="title"/>
          </p:nvPr>
        </p:nvSpPr>
        <p:spPr>
          <a:xfrm>
            <a:off x="654118" y="843864"/>
            <a:ext cx="3452518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w/ Image Gallery – Long Headline">
  <p:cSld name="Body w/ Image Gallery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3"/>
          <p:cNvSpPr/>
          <p:nvPr/>
        </p:nvSpPr>
        <p:spPr>
          <a:xfrm>
            <a:off x="4572000" y="0"/>
            <a:ext cx="4571207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3"/>
          <p:cNvSpPr/>
          <p:nvPr>
            <p:ph idx="2" type="pic"/>
          </p:nvPr>
        </p:nvSpPr>
        <p:spPr>
          <a:xfrm>
            <a:off x="6841758" y="0"/>
            <a:ext cx="2301449" cy="144438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" name="Google Shape;62;p53"/>
          <p:cNvSpPr/>
          <p:nvPr>
            <p:ph idx="3" type="pic"/>
          </p:nvPr>
        </p:nvSpPr>
        <p:spPr>
          <a:xfrm>
            <a:off x="4572000" y="0"/>
            <a:ext cx="2191871" cy="27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Google Shape;63;p53"/>
          <p:cNvSpPr/>
          <p:nvPr>
            <p:ph idx="4" type="pic"/>
          </p:nvPr>
        </p:nvSpPr>
        <p:spPr>
          <a:xfrm>
            <a:off x="4570808" y="2811502"/>
            <a:ext cx="2191871" cy="404649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" name="Google Shape;64;p53"/>
          <p:cNvSpPr/>
          <p:nvPr>
            <p:ph idx="5" type="pic"/>
          </p:nvPr>
        </p:nvSpPr>
        <p:spPr>
          <a:xfrm>
            <a:off x="6841758" y="1535587"/>
            <a:ext cx="2301449" cy="295386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5" name="Google Shape;65;p53"/>
          <p:cNvSpPr/>
          <p:nvPr>
            <p:ph idx="6" type="pic"/>
          </p:nvPr>
        </p:nvSpPr>
        <p:spPr>
          <a:xfrm>
            <a:off x="6841758" y="4580654"/>
            <a:ext cx="2301449" cy="227734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6" name="Google Shape;66;p5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53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53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4"/>
          <p:cNvSpPr txBox="1"/>
          <p:nvPr>
            <p:ph type="ctrTitle"/>
          </p:nvPr>
        </p:nvSpPr>
        <p:spPr>
          <a:xfrm>
            <a:off x="4616449" y="3189514"/>
            <a:ext cx="4315279" cy="832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Helvetica Neue"/>
              <a:buNone/>
              <a:defRPr b="1" i="0" sz="4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2" name="Google Shape;72;p54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– 2 Lines">
  <p:cSld name="Section Divider – 2 Line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5"/>
          <p:cNvSpPr txBox="1"/>
          <p:nvPr>
            <p:ph type="ctrTitle"/>
          </p:nvPr>
        </p:nvSpPr>
        <p:spPr>
          <a:xfrm>
            <a:off x="4616450" y="2046543"/>
            <a:ext cx="4054022" cy="19756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Helvetica Neue"/>
              <a:buNone/>
              <a:defRPr b="1" i="0" sz="4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5" name="Google Shape;75;p55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6"/>
          <p:cNvSpPr txBox="1"/>
          <p:nvPr>
            <p:ph idx="1" type="body"/>
          </p:nvPr>
        </p:nvSpPr>
        <p:spPr>
          <a:xfrm>
            <a:off x="657928" y="2159427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56"/>
          <p:cNvSpPr txBox="1"/>
          <p:nvPr>
            <p:ph type="title"/>
          </p:nvPr>
        </p:nvSpPr>
        <p:spPr>
          <a:xfrm>
            <a:off x="654118" y="843864"/>
            <a:ext cx="6629840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0" name="Google Shape;80;p56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 – Long Headline">
  <p:cSld name="Bulleted Lis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7"/>
          <p:cNvSpPr txBox="1"/>
          <p:nvPr>
            <p:ph idx="1" type="body"/>
          </p:nvPr>
        </p:nvSpPr>
        <p:spPr>
          <a:xfrm>
            <a:off x="657928" y="2850451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57"/>
          <p:cNvSpPr txBox="1"/>
          <p:nvPr>
            <p:ph type="title"/>
          </p:nvPr>
        </p:nvSpPr>
        <p:spPr>
          <a:xfrm>
            <a:off x="654118" y="748008"/>
            <a:ext cx="6629840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5" name="Google Shape;85;p5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 w/ Image">
  <p:cSld name="Bulleted List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8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8" name="Google Shape;88;p5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58"/>
          <p:cNvSpPr txBox="1"/>
          <p:nvPr>
            <p:ph idx="1" type="body"/>
          </p:nvPr>
        </p:nvSpPr>
        <p:spPr>
          <a:xfrm>
            <a:off x="657928" y="2159427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0" name="Google Shape;90;p58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58"/>
          <p:cNvSpPr txBox="1"/>
          <p:nvPr>
            <p:ph type="title"/>
          </p:nvPr>
        </p:nvSpPr>
        <p:spPr>
          <a:xfrm>
            <a:off x="654119" y="843864"/>
            <a:ext cx="369335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 w/ Image – Long Headline">
  <p:cSld name="Bulleted List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/>
          <p:nvPr>
            <p:ph type="title"/>
          </p:nvPr>
        </p:nvSpPr>
        <p:spPr>
          <a:xfrm>
            <a:off x="654119" y="1020158"/>
            <a:ext cx="369335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9"/>
          <p:cNvSpPr txBox="1"/>
          <p:nvPr>
            <p:ph idx="1" type="body"/>
          </p:nvPr>
        </p:nvSpPr>
        <p:spPr>
          <a:xfrm>
            <a:off x="657929" y="3124070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5" name="Google Shape;95;p59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59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7" name="Google Shape;97;p5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List">
  <p:cSld name="Number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60"/>
          <p:cNvSpPr txBox="1"/>
          <p:nvPr>
            <p:ph idx="1" type="body"/>
          </p:nvPr>
        </p:nvSpPr>
        <p:spPr>
          <a:xfrm>
            <a:off x="657928" y="2159427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60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2" name="Google Shape;102;p60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List – Long Headline">
  <p:cSld name="Numbered Lis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61"/>
          <p:cNvSpPr txBox="1"/>
          <p:nvPr>
            <p:ph idx="1" type="body"/>
          </p:nvPr>
        </p:nvSpPr>
        <p:spPr>
          <a:xfrm>
            <a:off x="657928" y="2850451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61"/>
          <p:cNvSpPr txBox="1"/>
          <p:nvPr>
            <p:ph type="title"/>
          </p:nvPr>
        </p:nvSpPr>
        <p:spPr>
          <a:xfrm>
            <a:off x="654118" y="748008"/>
            <a:ext cx="6629840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7" name="Google Shape;107;p61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List w/ Image">
  <p:cSld name="Numbered List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2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0" name="Google Shape;110;p6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62"/>
          <p:cNvSpPr txBox="1"/>
          <p:nvPr>
            <p:ph idx="1" type="body"/>
          </p:nvPr>
        </p:nvSpPr>
        <p:spPr>
          <a:xfrm>
            <a:off x="657928" y="2159427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2" name="Google Shape;112;p62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3" name="Google Shape;113;p62"/>
          <p:cNvSpPr txBox="1"/>
          <p:nvPr>
            <p:ph type="title"/>
          </p:nvPr>
        </p:nvSpPr>
        <p:spPr>
          <a:xfrm>
            <a:off x="654119" y="843864"/>
            <a:ext cx="369335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List w/ Image – Long Headline">
  <p:cSld name="Numbered List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3"/>
          <p:cNvSpPr txBox="1"/>
          <p:nvPr>
            <p:ph type="title"/>
          </p:nvPr>
        </p:nvSpPr>
        <p:spPr>
          <a:xfrm>
            <a:off x="654118" y="1020158"/>
            <a:ext cx="377092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3"/>
          <p:cNvSpPr txBox="1"/>
          <p:nvPr>
            <p:ph idx="1" type="body"/>
          </p:nvPr>
        </p:nvSpPr>
        <p:spPr>
          <a:xfrm>
            <a:off x="657929" y="3124070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7" name="Google Shape;117;p63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63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9" name="Google Shape;119;p6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4"/>
          <p:cNvSpPr txBox="1"/>
          <p:nvPr>
            <p:ph type="title"/>
          </p:nvPr>
        </p:nvSpPr>
        <p:spPr>
          <a:xfrm>
            <a:off x="654118" y="1150881"/>
            <a:ext cx="3350069" cy="648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2" name="Google Shape;122;p64"/>
          <p:cNvCxnSpPr/>
          <p:nvPr/>
        </p:nvCxnSpPr>
        <p:spPr>
          <a:xfrm>
            <a:off x="723139" y="204127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64"/>
          <p:cNvSpPr txBox="1"/>
          <p:nvPr>
            <p:ph idx="1" type="body"/>
          </p:nvPr>
        </p:nvSpPr>
        <p:spPr>
          <a:xfrm>
            <a:off x="4572001" y="1150881"/>
            <a:ext cx="4100732" cy="4982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800"/>
              <a:buFont typeface="Helvetica Neue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w/ Long Headline">
  <p:cSld name="List w/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5"/>
          <p:cNvSpPr txBox="1"/>
          <p:nvPr>
            <p:ph type="title"/>
          </p:nvPr>
        </p:nvSpPr>
        <p:spPr>
          <a:xfrm>
            <a:off x="654118" y="1135117"/>
            <a:ext cx="3350069" cy="14179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7" name="Google Shape;127;p65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65"/>
          <p:cNvSpPr txBox="1"/>
          <p:nvPr>
            <p:ph idx="1" type="body"/>
          </p:nvPr>
        </p:nvSpPr>
        <p:spPr>
          <a:xfrm>
            <a:off x="4572001" y="1150881"/>
            <a:ext cx="4100732" cy="4982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800"/>
              <a:buFont typeface="Helvetica Neue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6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s – 4">
  <p:cSld name="Headshots –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6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66"/>
          <p:cNvSpPr/>
          <p:nvPr>
            <p:ph idx="2" type="pic"/>
          </p:nvPr>
        </p:nvSpPr>
        <p:spPr>
          <a:xfrm>
            <a:off x="739240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4" name="Google Shape;134;p66"/>
          <p:cNvSpPr/>
          <p:nvPr>
            <p:ph idx="3" type="pic"/>
          </p:nvPr>
        </p:nvSpPr>
        <p:spPr>
          <a:xfrm>
            <a:off x="2714641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5" name="Google Shape;135;p66"/>
          <p:cNvSpPr/>
          <p:nvPr>
            <p:ph idx="4" type="pic"/>
          </p:nvPr>
        </p:nvSpPr>
        <p:spPr>
          <a:xfrm>
            <a:off x="4704952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36" name="Google Shape;136;p66"/>
          <p:cNvSpPr/>
          <p:nvPr>
            <p:ph idx="5" type="pic"/>
          </p:nvPr>
        </p:nvSpPr>
        <p:spPr>
          <a:xfrm>
            <a:off x="6687809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37" name="Google Shape;137;p66"/>
          <p:cNvCxnSpPr/>
          <p:nvPr/>
        </p:nvCxnSpPr>
        <p:spPr>
          <a:xfrm>
            <a:off x="748552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66"/>
          <p:cNvSpPr txBox="1"/>
          <p:nvPr>
            <p:ph idx="1" type="body"/>
          </p:nvPr>
        </p:nvSpPr>
        <p:spPr>
          <a:xfrm>
            <a:off x="662401" y="4322111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66"/>
          <p:cNvSpPr txBox="1"/>
          <p:nvPr>
            <p:ph idx="6" type="body"/>
          </p:nvPr>
        </p:nvSpPr>
        <p:spPr>
          <a:xfrm>
            <a:off x="667467" y="5410616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0" name="Google Shape;140;p66"/>
          <p:cNvCxnSpPr/>
          <p:nvPr/>
        </p:nvCxnSpPr>
        <p:spPr>
          <a:xfrm>
            <a:off x="2720206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1" name="Google Shape;141;p66"/>
          <p:cNvSpPr txBox="1"/>
          <p:nvPr>
            <p:ph idx="7" type="body"/>
          </p:nvPr>
        </p:nvSpPr>
        <p:spPr>
          <a:xfrm>
            <a:off x="2634055" y="4322111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66"/>
          <p:cNvSpPr txBox="1"/>
          <p:nvPr>
            <p:ph idx="8" type="body"/>
          </p:nvPr>
        </p:nvSpPr>
        <p:spPr>
          <a:xfrm>
            <a:off x="2639121" y="5410616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3" name="Google Shape;143;p66"/>
          <p:cNvCxnSpPr/>
          <p:nvPr/>
        </p:nvCxnSpPr>
        <p:spPr>
          <a:xfrm>
            <a:off x="4706000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66"/>
          <p:cNvSpPr txBox="1"/>
          <p:nvPr>
            <p:ph idx="9" type="body"/>
          </p:nvPr>
        </p:nvSpPr>
        <p:spPr>
          <a:xfrm>
            <a:off x="4619850" y="4322111"/>
            <a:ext cx="1831200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66"/>
          <p:cNvSpPr txBox="1"/>
          <p:nvPr>
            <p:ph idx="13" type="body"/>
          </p:nvPr>
        </p:nvSpPr>
        <p:spPr>
          <a:xfrm>
            <a:off x="4624916" y="5410616"/>
            <a:ext cx="1831200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6" name="Google Shape;146;p66"/>
          <p:cNvCxnSpPr/>
          <p:nvPr/>
        </p:nvCxnSpPr>
        <p:spPr>
          <a:xfrm>
            <a:off x="6700674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66"/>
          <p:cNvSpPr txBox="1"/>
          <p:nvPr>
            <p:ph idx="14" type="body"/>
          </p:nvPr>
        </p:nvSpPr>
        <p:spPr>
          <a:xfrm>
            <a:off x="6614524" y="4322111"/>
            <a:ext cx="1831199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66"/>
          <p:cNvSpPr txBox="1"/>
          <p:nvPr>
            <p:ph idx="15" type="body"/>
          </p:nvPr>
        </p:nvSpPr>
        <p:spPr>
          <a:xfrm>
            <a:off x="6619590" y="5410616"/>
            <a:ext cx="1831199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s – 3">
  <p:cSld name="Headshots –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67"/>
          <p:cNvSpPr/>
          <p:nvPr>
            <p:ph idx="2" type="pic"/>
          </p:nvPr>
        </p:nvSpPr>
        <p:spPr>
          <a:xfrm>
            <a:off x="1723549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2" name="Google Shape;152;p67"/>
          <p:cNvSpPr/>
          <p:nvPr>
            <p:ph idx="3" type="pic"/>
          </p:nvPr>
        </p:nvSpPr>
        <p:spPr>
          <a:xfrm>
            <a:off x="3698951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3" name="Google Shape;153;p67"/>
          <p:cNvSpPr/>
          <p:nvPr>
            <p:ph idx="4" type="pic"/>
          </p:nvPr>
        </p:nvSpPr>
        <p:spPr>
          <a:xfrm>
            <a:off x="5689262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54" name="Google Shape;154;p67"/>
          <p:cNvCxnSpPr/>
          <p:nvPr/>
        </p:nvCxnSpPr>
        <p:spPr>
          <a:xfrm>
            <a:off x="1732862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67"/>
          <p:cNvSpPr txBox="1"/>
          <p:nvPr>
            <p:ph idx="1" type="body"/>
          </p:nvPr>
        </p:nvSpPr>
        <p:spPr>
          <a:xfrm>
            <a:off x="1646711" y="4322111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67"/>
          <p:cNvSpPr txBox="1"/>
          <p:nvPr>
            <p:ph idx="5" type="body"/>
          </p:nvPr>
        </p:nvSpPr>
        <p:spPr>
          <a:xfrm>
            <a:off x="1651777" y="5410616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7" name="Google Shape;157;p67"/>
          <p:cNvCxnSpPr/>
          <p:nvPr/>
        </p:nvCxnSpPr>
        <p:spPr>
          <a:xfrm>
            <a:off x="3704515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p67"/>
          <p:cNvSpPr txBox="1"/>
          <p:nvPr>
            <p:ph idx="6" type="body"/>
          </p:nvPr>
        </p:nvSpPr>
        <p:spPr>
          <a:xfrm>
            <a:off x="3618365" y="4322111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67"/>
          <p:cNvSpPr txBox="1"/>
          <p:nvPr>
            <p:ph idx="7" type="body"/>
          </p:nvPr>
        </p:nvSpPr>
        <p:spPr>
          <a:xfrm>
            <a:off x="3623431" y="5410616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0" name="Google Shape;160;p67"/>
          <p:cNvCxnSpPr/>
          <p:nvPr/>
        </p:nvCxnSpPr>
        <p:spPr>
          <a:xfrm>
            <a:off x="5690310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67"/>
          <p:cNvSpPr txBox="1"/>
          <p:nvPr>
            <p:ph idx="8" type="body"/>
          </p:nvPr>
        </p:nvSpPr>
        <p:spPr>
          <a:xfrm>
            <a:off x="5604160" y="4322111"/>
            <a:ext cx="1831200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67"/>
          <p:cNvSpPr txBox="1"/>
          <p:nvPr>
            <p:ph idx="9" type="body"/>
          </p:nvPr>
        </p:nvSpPr>
        <p:spPr>
          <a:xfrm>
            <a:off x="5609226" y="5410616"/>
            <a:ext cx="1831200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67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s – 2">
  <p:cSld name="Headshots –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68"/>
          <p:cNvSpPr/>
          <p:nvPr>
            <p:ph idx="2" type="pic"/>
          </p:nvPr>
        </p:nvSpPr>
        <p:spPr>
          <a:xfrm>
            <a:off x="2825902" y="2084288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7" name="Google Shape;167;p68"/>
          <p:cNvSpPr/>
          <p:nvPr>
            <p:ph idx="3" type="pic"/>
          </p:nvPr>
        </p:nvSpPr>
        <p:spPr>
          <a:xfrm>
            <a:off x="4801304" y="2084288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68" name="Google Shape;168;p68"/>
          <p:cNvCxnSpPr/>
          <p:nvPr/>
        </p:nvCxnSpPr>
        <p:spPr>
          <a:xfrm>
            <a:off x="2835215" y="5384252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68"/>
          <p:cNvSpPr txBox="1"/>
          <p:nvPr>
            <p:ph idx="1" type="body"/>
          </p:nvPr>
        </p:nvSpPr>
        <p:spPr>
          <a:xfrm>
            <a:off x="2749064" y="4525578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68"/>
          <p:cNvSpPr txBox="1"/>
          <p:nvPr>
            <p:ph idx="4" type="body"/>
          </p:nvPr>
        </p:nvSpPr>
        <p:spPr>
          <a:xfrm>
            <a:off x="2754130" y="5614083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1" name="Google Shape;171;p68"/>
          <p:cNvCxnSpPr/>
          <p:nvPr/>
        </p:nvCxnSpPr>
        <p:spPr>
          <a:xfrm>
            <a:off x="4806869" y="5384252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68"/>
          <p:cNvSpPr txBox="1"/>
          <p:nvPr>
            <p:ph idx="5" type="body"/>
          </p:nvPr>
        </p:nvSpPr>
        <p:spPr>
          <a:xfrm>
            <a:off x="4720718" y="4525578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68"/>
          <p:cNvSpPr txBox="1"/>
          <p:nvPr>
            <p:ph idx="6" type="body"/>
          </p:nvPr>
        </p:nvSpPr>
        <p:spPr>
          <a:xfrm>
            <a:off x="4725784" y="5614083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68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shot w/ Bio">
  <p:cSld name="Headshot w/ Bi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9"/>
          <p:cNvSpPr txBox="1"/>
          <p:nvPr>
            <p:ph type="title"/>
          </p:nvPr>
        </p:nvSpPr>
        <p:spPr>
          <a:xfrm>
            <a:off x="654118" y="810539"/>
            <a:ext cx="3917882" cy="134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7" name="Google Shape;177;p69"/>
          <p:cNvCxnSpPr/>
          <p:nvPr/>
        </p:nvCxnSpPr>
        <p:spPr>
          <a:xfrm>
            <a:off x="723139" y="3032899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69"/>
          <p:cNvSpPr/>
          <p:nvPr>
            <p:ph idx="2" type="pic"/>
          </p:nvPr>
        </p:nvSpPr>
        <p:spPr>
          <a:xfrm>
            <a:off x="5584372" y="-20"/>
            <a:ext cx="3559629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9" name="Google Shape;179;p6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69"/>
          <p:cNvSpPr txBox="1"/>
          <p:nvPr>
            <p:ph idx="1" type="body"/>
          </p:nvPr>
        </p:nvSpPr>
        <p:spPr>
          <a:xfrm>
            <a:off x="652927" y="3292453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69"/>
          <p:cNvSpPr txBox="1"/>
          <p:nvPr>
            <p:ph idx="3" type="body"/>
          </p:nvPr>
        </p:nvSpPr>
        <p:spPr>
          <a:xfrm>
            <a:off x="652926" y="2364171"/>
            <a:ext cx="3919074" cy="399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70"/>
          <p:cNvCxnSpPr/>
          <p:nvPr/>
        </p:nvCxnSpPr>
        <p:spPr>
          <a:xfrm>
            <a:off x="746523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70"/>
          <p:cNvSpPr txBox="1"/>
          <p:nvPr>
            <p:ph idx="1" type="body"/>
          </p:nvPr>
        </p:nvSpPr>
        <p:spPr>
          <a:xfrm>
            <a:off x="637392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7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6" name="Google Shape;186;p70"/>
          <p:cNvCxnSpPr/>
          <p:nvPr/>
        </p:nvCxnSpPr>
        <p:spPr>
          <a:xfrm>
            <a:off x="0" y="3083165"/>
            <a:ext cx="9201150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7" name="Google Shape;187;p70"/>
          <p:cNvCxnSpPr/>
          <p:nvPr/>
        </p:nvCxnSpPr>
        <p:spPr>
          <a:xfrm>
            <a:off x="2386492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8" name="Google Shape;188;p70"/>
          <p:cNvCxnSpPr/>
          <p:nvPr/>
        </p:nvCxnSpPr>
        <p:spPr>
          <a:xfrm>
            <a:off x="4022747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9" name="Google Shape;189;p70"/>
          <p:cNvCxnSpPr/>
          <p:nvPr/>
        </p:nvCxnSpPr>
        <p:spPr>
          <a:xfrm>
            <a:off x="5661303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0" name="Google Shape;190;p70"/>
          <p:cNvCxnSpPr/>
          <p:nvPr/>
        </p:nvCxnSpPr>
        <p:spPr>
          <a:xfrm>
            <a:off x="7299859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70"/>
          <p:cNvSpPr txBox="1"/>
          <p:nvPr>
            <p:ph idx="2" type="body"/>
          </p:nvPr>
        </p:nvSpPr>
        <p:spPr>
          <a:xfrm>
            <a:off x="637392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70"/>
          <p:cNvSpPr txBox="1"/>
          <p:nvPr>
            <p:ph idx="3" type="body"/>
          </p:nvPr>
        </p:nvSpPr>
        <p:spPr>
          <a:xfrm>
            <a:off x="2276621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70"/>
          <p:cNvSpPr txBox="1"/>
          <p:nvPr>
            <p:ph idx="4" type="body"/>
          </p:nvPr>
        </p:nvSpPr>
        <p:spPr>
          <a:xfrm>
            <a:off x="2276621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70"/>
          <p:cNvSpPr txBox="1"/>
          <p:nvPr>
            <p:ph idx="5" type="body"/>
          </p:nvPr>
        </p:nvSpPr>
        <p:spPr>
          <a:xfrm>
            <a:off x="3899124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70"/>
          <p:cNvSpPr txBox="1"/>
          <p:nvPr>
            <p:ph idx="6" type="body"/>
          </p:nvPr>
        </p:nvSpPr>
        <p:spPr>
          <a:xfrm>
            <a:off x="3899124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70"/>
          <p:cNvSpPr txBox="1"/>
          <p:nvPr>
            <p:ph idx="7" type="body"/>
          </p:nvPr>
        </p:nvSpPr>
        <p:spPr>
          <a:xfrm>
            <a:off x="5555080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70"/>
          <p:cNvSpPr txBox="1"/>
          <p:nvPr>
            <p:ph idx="8" type="body"/>
          </p:nvPr>
        </p:nvSpPr>
        <p:spPr>
          <a:xfrm>
            <a:off x="5555080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70"/>
          <p:cNvSpPr txBox="1"/>
          <p:nvPr>
            <p:ph idx="9" type="body"/>
          </p:nvPr>
        </p:nvSpPr>
        <p:spPr>
          <a:xfrm>
            <a:off x="7194309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70"/>
          <p:cNvSpPr txBox="1"/>
          <p:nvPr>
            <p:ph idx="13" type="body"/>
          </p:nvPr>
        </p:nvSpPr>
        <p:spPr>
          <a:xfrm>
            <a:off x="7194309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70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1">
  <p:cSld name="Mixed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71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1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71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1"/>
          <p:cNvSpPr txBox="1"/>
          <p:nvPr>
            <p:ph idx="2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71"/>
          <p:cNvSpPr/>
          <p:nvPr/>
        </p:nvSpPr>
        <p:spPr>
          <a:xfrm>
            <a:off x="5304176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1"/>
          <p:cNvSpPr txBox="1"/>
          <p:nvPr>
            <p:ph idx="3" type="body"/>
          </p:nvPr>
        </p:nvSpPr>
        <p:spPr>
          <a:xfrm>
            <a:off x="5304176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 Light"/>
              <a:buNone/>
              <a:defRPr b="0" i="0" sz="1125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71"/>
          <p:cNvSpPr txBox="1"/>
          <p:nvPr>
            <p:ph type="title"/>
          </p:nvPr>
        </p:nvSpPr>
        <p:spPr>
          <a:xfrm>
            <a:off x="654118" y="843864"/>
            <a:ext cx="438437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0" name="Google Shape;210;p71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1 – Long Headline">
  <p:cSld name="Mixed Page 1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72"/>
          <p:cNvSpPr txBox="1"/>
          <p:nvPr>
            <p:ph type="title"/>
          </p:nvPr>
        </p:nvSpPr>
        <p:spPr>
          <a:xfrm>
            <a:off x="654118" y="748008"/>
            <a:ext cx="4384376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4" name="Google Shape;214;p72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5" name="Google Shape;215;p72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2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72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2"/>
          <p:cNvSpPr txBox="1"/>
          <p:nvPr>
            <p:ph idx="2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72"/>
          <p:cNvSpPr/>
          <p:nvPr/>
        </p:nvSpPr>
        <p:spPr>
          <a:xfrm>
            <a:off x="5304176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2"/>
          <p:cNvSpPr txBox="1"/>
          <p:nvPr>
            <p:ph idx="3" type="body"/>
          </p:nvPr>
        </p:nvSpPr>
        <p:spPr>
          <a:xfrm>
            <a:off x="5304176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 Light"/>
              <a:buNone/>
              <a:defRPr b="0" i="0" sz="1125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2">
  <p:cSld name="Mixed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3"/>
          <p:cNvSpPr/>
          <p:nvPr>
            <p:ph idx="2" type="pic"/>
          </p:nvPr>
        </p:nvSpPr>
        <p:spPr>
          <a:xfrm>
            <a:off x="5584372" y="-20"/>
            <a:ext cx="3559629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3" name="Google Shape;223;p7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73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3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73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3"/>
          <p:cNvSpPr txBox="1"/>
          <p:nvPr>
            <p:ph idx="3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73"/>
          <p:cNvSpPr txBox="1"/>
          <p:nvPr>
            <p:ph type="title"/>
          </p:nvPr>
        </p:nvSpPr>
        <p:spPr>
          <a:xfrm>
            <a:off x="654118" y="843864"/>
            <a:ext cx="438437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29" name="Google Shape;229;p73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3">
  <p:cSld name="Mixed Pag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4"/>
          <p:cNvSpPr/>
          <p:nvPr/>
        </p:nvSpPr>
        <p:spPr>
          <a:xfrm>
            <a:off x="6172200" y="-44605"/>
            <a:ext cx="297180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74"/>
          <p:cNvSpPr/>
          <p:nvPr/>
        </p:nvSpPr>
        <p:spPr>
          <a:xfrm>
            <a:off x="6649987" y="10544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4"/>
          <p:cNvSpPr txBox="1"/>
          <p:nvPr>
            <p:ph idx="1" type="body"/>
          </p:nvPr>
        </p:nvSpPr>
        <p:spPr>
          <a:xfrm>
            <a:off x="6649987" y="2041650"/>
            <a:ext cx="2050983" cy="122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74"/>
          <p:cNvSpPr/>
          <p:nvPr/>
        </p:nvSpPr>
        <p:spPr>
          <a:xfrm>
            <a:off x="6649987" y="34928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4"/>
          <p:cNvSpPr txBox="1"/>
          <p:nvPr>
            <p:ph idx="2" type="body"/>
          </p:nvPr>
        </p:nvSpPr>
        <p:spPr>
          <a:xfrm>
            <a:off x="6649987" y="4480050"/>
            <a:ext cx="2050983" cy="158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37" name="Google Shape;237;p74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74"/>
          <p:cNvSpPr txBox="1"/>
          <p:nvPr>
            <p:ph idx="3" type="body"/>
          </p:nvPr>
        </p:nvSpPr>
        <p:spPr>
          <a:xfrm>
            <a:off x="652926" y="2159427"/>
            <a:ext cx="4711009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74"/>
          <p:cNvSpPr txBox="1"/>
          <p:nvPr>
            <p:ph type="title"/>
          </p:nvPr>
        </p:nvSpPr>
        <p:spPr>
          <a:xfrm>
            <a:off x="654118" y="843864"/>
            <a:ext cx="470981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3 – Long Headline">
  <p:cSld name="Mixed Page 3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5"/>
          <p:cNvSpPr/>
          <p:nvPr/>
        </p:nvSpPr>
        <p:spPr>
          <a:xfrm>
            <a:off x="6172200" y="-44605"/>
            <a:ext cx="297180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75"/>
          <p:cNvSpPr txBox="1"/>
          <p:nvPr>
            <p:ph idx="1" type="body"/>
          </p:nvPr>
        </p:nvSpPr>
        <p:spPr>
          <a:xfrm>
            <a:off x="652926" y="2850452"/>
            <a:ext cx="4711010" cy="3211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p75"/>
          <p:cNvSpPr/>
          <p:nvPr/>
        </p:nvSpPr>
        <p:spPr>
          <a:xfrm>
            <a:off x="6649987" y="10544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5"/>
          <p:cNvSpPr txBox="1"/>
          <p:nvPr>
            <p:ph idx="2" type="body"/>
          </p:nvPr>
        </p:nvSpPr>
        <p:spPr>
          <a:xfrm>
            <a:off x="6649987" y="2041650"/>
            <a:ext cx="2050983" cy="122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p75"/>
          <p:cNvSpPr/>
          <p:nvPr/>
        </p:nvSpPr>
        <p:spPr>
          <a:xfrm>
            <a:off x="6649987" y="34928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5"/>
          <p:cNvSpPr txBox="1"/>
          <p:nvPr>
            <p:ph idx="3" type="body"/>
          </p:nvPr>
        </p:nvSpPr>
        <p:spPr>
          <a:xfrm>
            <a:off x="6649987" y="4480050"/>
            <a:ext cx="2050983" cy="158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75"/>
          <p:cNvSpPr txBox="1"/>
          <p:nvPr>
            <p:ph type="title"/>
          </p:nvPr>
        </p:nvSpPr>
        <p:spPr>
          <a:xfrm>
            <a:off x="654118" y="748008"/>
            <a:ext cx="4709818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9" name="Google Shape;249;p75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s – 6">
  <p:cSld name="Logos –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6"/>
          <p:cNvSpPr/>
          <p:nvPr/>
        </p:nvSpPr>
        <p:spPr>
          <a:xfrm>
            <a:off x="3928821" y="-55756"/>
            <a:ext cx="521518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3" name="Google Shape;253;p76"/>
          <p:cNvSpPr/>
          <p:nvPr>
            <p:ph idx="2" type="pic"/>
          </p:nvPr>
        </p:nvSpPr>
        <p:spPr>
          <a:xfrm>
            <a:off x="4344040" y="600590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4" name="Google Shape;254;p76"/>
          <p:cNvSpPr/>
          <p:nvPr>
            <p:ph idx="3" type="pic"/>
          </p:nvPr>
        </p:nvSpPr>
        <p:spPr>
          <a:xfrm>
            <a:off x="6656166" y="600590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5" name="Google Shape;255;p76"/>
          <p:cNvSpPr/>
          <p:nvPr>
            <p:ph idx="4" type="pic"/>
          </p:nvPr>
        </p:nvSpPr>
        <p:spPr>
          <a:xfrm>
            <a:off x="4344040" y="2606371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6" name="Google Shape;256;p76"/>
          <p:cNvSpPr/>
          <p:nvPr>
            <p:ph idx="5" type="pic"/>
          </p:nvPr>
        </p:nvSpPr>
        <p:spPr>
          <a:xfrm>
            <a:off x="6656166" y="2606371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7" name="Google Shape;257;p76"/>
          <p:cNvSpPr/>
          <p:nvPr>
            <p:ph idx="6" type="pic"/>
          </p:nvPr>
        </p:nvSpPr>
        <p:spPr>
          <a:xfrm>
            <a:off x="4344040" y="4592487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8" name="Google Shape;258;p76"/>
          <p:cNvSpPr/>
          <p:nvPr>
            <p:ph idx="7" type="pic"/>
          </p:nvPr>
        </p:nvSpPr>
        <p:spPr>
          <a:xfrm>
            <a:off x="6656166" y="4592487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59" name="Google Shape;259;p76"/>
          <p:cNvSpPr txBox="1"/>
          <p:nvPr>
            <p:ph type="title"/>
          </p:nvPr>
        </p:nvSpPr>
        <p:spPr>
          <a:xfrm>
            <a:off x="654119" y="748008"/>
            <a:ext cx="26850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0" name="Google Shape;260;p76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s – 9">
  <p:cSld name="Logos –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7"/>
          <p:cNvSpPr/>
          <p:nvPr/>
        </p:nvSpPr>
        <p:spPr>
          <a:xfrm>
            <a:off x="3248026" y="-55756"/>
            <a:ext cx="5895975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77"/>
          <p:cNvSpPr/>
          <p:nvPr>
            <p:ph idx="2" type="pic"/>
          </p:nvPr>
        </p:nvSpPr>
        <p:spPr>
          <a:xfrm>
            <a:off x="5377951" y="620387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5" name="Google Shape;265;p77"/>
          <p:cNvSpPr/>
          <p:nvPr>
            <p:ph idx="3" type="pic"/>
          </p:nvPr>
        </p:nvSpPr>
        <p:spPr>
          <a:xfrm>
            <a:off x="7217500" y="620387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6" name="Google Shape;266;p77"/>
          <p:cNvSpPr/>
          <p:nvPr>
            <p:ph idx="4" type="pic"/>
          </p:nvPr>
        </p:nvSpPr>
        <p:spPr>
          <a:xfrm>
            <a:off x="5377951" y="2606371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7" name="Google Shape;267;p77"/>
          <p:cNvSpPr/>
          <p:nvPr>
            <p:ph idx="5" type="pic"/>
          </p:nvPr>
        </p:nvSpPr>
        <p:spPr>
          <a:xfrm>
            <a:off x="7217500" y="2606371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8" name="Google Shape;268;p77"/>
          <p:cNvSpPr/>
          <p:nvPr>
            <p:ph idx="6" type="pic"/>
          </p:nvPr>
        </p:nvSpPr>
        <p:spPr>
          <a:xfrm>
            <a:off x="5377951" y="4567125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9" name="Google Shape;269;p77"/>
          <p:cNvSpPr/>
          <p:nvPr>
            <p:ph idx="7" type="pic"/>
          </p:nvPr>
        </p:nvSpPr>
        <p:spPr>
          <a:xfrm>
            <a:off x="7217500" y="4567125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0" name="Google Shape;270;p77"/>
          <p:cNvSpPr/>
          <p:nvPr>
            <p:ph idx="8" type="pic"/>
          </p:nvPr>
        </p:nvSpPr>
        <p:spPr>
          <a:xfrm>
            <a:off x="3538401" y="620387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1" name="Google Shape;271;p77"/>
          <p:cNvSpPr/>
          <p:nvPr>
            <p:ph idx="9" type="pic"/>
          </p:nvPr>
        </p:nvSpPr>
        <p:spPr>
          <a:xfrm>
            <a:off x="3538401" y="2606371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2" name="Google Shape;272;p77"/>
          <p:cNvSpPr/>
          <p:nvPr>
            <p:ph idx="13" type="pic"/>
          </p:nvPr>
        </p:nvSpPr>
        <p:spPr>
          <a:xfrm>
            <a:off x="3538401" y="4567125"/>
            <a:ext cx="159312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3" name="Google Shape;273;p77"/>
          <p:cNvSpPr txBox="1"/>
          <p:nvPr>
            <p:ph type="title"/>
          </p:nvPr>
        </p:nvSpPr>
        <p:spPr>
          <a:xfrm>
            <a:off x="654118" y="748008"/>
            <a:ext cx="226053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4" name="Google Shape;274;p7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s – 12">
  <p:cSld name="1_Logos – 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8"/>
          <p:cNvSpPr/>
          <p:nvPr/>
        </p:nvSpPr>
        <p:spPr>
          <a:xfrm>
            <a:off x="3928820" y="-44605"/>
            <a:ext cx="521518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8" name="Google Shape;278;p78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" name="Google Shape;279;p78"/>
          <p:cNvSpPr txBox="1"/>
          <p:nvPr>
            <p:ph type="title"/>
          </p:nvPr>
        </p:nvSpPr>
        <p:spPr>
          <a:xfrm>
            <a:off x="654118" y="748008"/>
            <a:ext cx="226053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78"/>
          <p:cNvSpPr/>
          <p:nvPr>
            <p:ph idx="2" type="pic"/>
          </p:nvPr>
        </p:nvSpPr>
        <p:spPr>
          <a:xfrm>
            <a:off x="5853324" y="62038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1" name="Google Shape;281;p78"/>
          <p:cNvSpPr/>
          <p:nvPr>
            <p:ph idx="3" type="pic"/>
          </p:nvPr>
        </p:nvSpPr>
        <p:spPr>
          <a:xfrm>
            <a:off x="7416799" y="62038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2" name="Google Shape;282;p78"/>
          <p:cNvSpPr/>
          <p:nvPr>
            <p:ph idx="4" type="pic"/>
          </p:nvPr>
        </p:nvSpPr>
        <p:spPr>
          <a:xfrm>
            <a:off x="4289848" y="620387"/>
            <a:ext cx="1363346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3" name="Google Shape;283;p78"/>
          <p:cNvSpPr/>
          <p:nvPr>
            <p:ph idx="5" type="pic"/>
          </p:nvPr>
        </p:nvSpPr>
        <p:spPr>
          <a:xfrm>
            <a:off x="5853324" y="206310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4" name="Google Shape;284;p78"/>
          <p:cNvSpPr/>
          <p:nvPr>
            <p:ph idx="6" type="pic"/>
          </p:nvPr>
        </p:nvSpPr>
        <p:spPr>
          <a:xfrm>
            <a:off x="7416799" y="206310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5" name="Google Shape;285;p78"/>
          <p:cNvSpPr/>
          <p:nvPr>
            <p:ph idx="7" type="pic"/>
          </p:nvPr>
        </p:nvSpPr>
        <p:spPr>
          <a:xfrm>
            <a:off x="4289848" y="2063107"/>
            <a:ext cx="1363346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6" name="Google Shape;286;p78"/>
          <p:cNvSpPr/>
          <p:nvPr>
            <p:ph idx="8" type="pic"/>
          </p:nvPr>
        </p:nvSpPr>
        <p:spPr>
          <a:xfrm>
            <a:off x="5853324" y="350582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7" name="Google Shape;287;p78"/>
          <p:cNvSpPr/>
          <p:nvPr>
            <p:ph idx="9" type="pic"/>
          </p:nvPr>
        </p:nvSpPr>
        <p:spPr>
          <a:xfrm>
            <a:off x="7416799" y="3505827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8" name="Google Shape;288;p78"/>
          <p:cNvSpPr/>
          <p:nvPr>
            <p:ph idx="13" type="pic"/>
          </p:nvPr>
        </p:nvSpPr>
        <p:spPr>
          <a:xfrm>
            <a:off x="4289848" y="3505827"/>
            <a:ext cx="1363346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89" name="Google Shape;289;p78"/>
          <p:cNvSpPr/>
          <p:nvPr>
            <p:ph idx="14" type="pic"/>
          </p:nvPr>
        </p:nvSpPr>
        <p:spPr>
          <a:xfrm>
            <a:off x="5853324" y="4953701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0" name="Google Shape;290;p78"/>
          <p:cNvSpPr/>
          <p:nvPr>
            <p:ph idx="15" type="pic"/>
          </p:nvPr>
        </p:nvSpPr>
        <p:spPr>
          <a:xfrm>
            <a:off x="7416799" y="4953701"/>
            <a:ext cx="1363345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91" name="Google Shape;291;p78"/>
          <p:cNvSpPr/>
          <p:nvPr>
            <p:ph idx="16" type="pic"/>
          </p:nvPr>
        </p:nvSpPr>
        <p:spPr>
          <a:xfrm>
            <a:off x="4289848" y="4953701"/>
            <a:ext cx="1363346" cy="1238893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, Pie Chart">
  <p:cSld name="Graph, Pie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94" name="Google Shape;294;p79"/>
          <p:cNvGraphicFramePr/>
          <p:nvPr/>
        </p:nvGraphicFramePr>
        <p:xfrm>
          <a:off x="5280941" y="882852"/>
          <a:ext cx="3441033" cy="458525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5" name="Google Shape;295;p79"/>
          <p:cNvSpPr/>
          <p:nvPr/>
        </p:nvSpPr>
        <p:spPr>
          <a:xfrm>
            <a:off x="7083937" y="2737880"/>
            <a:ext cx="121561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9"/>
          <p:cNvSpPr/>
          <p:nvPr/>
        </p:nvSpPr>
        <p:spPr>
          <a:xfrm>
            <a:off x="5592446" y="2737880"/>
            <a:ext cx="121561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54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9"/>
          <p:cNvSpPr/>
          <p:nvPr/>
        </p:nvSpPr>
        <p:spPr>
          <a:xfrm>
            <a:off x="5935327" y="1608131"/>
            <a:ext cx="121561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79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9" name="Google Shape;299;p79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0" name="Google Shape;300;p79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, Pie Chart – Long Headline">
  <p:cSld name="Graph, Pie Char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03" name="Google Shape;303;p80"/>
          <p:cNvGraphicFramePr/>
          <p:nvPr/>
        </p:nvGraphicFramePr>
        <p:xfrm>
          <a:off x="5280941" y="882852"/>
          <a:ext cx="3441033" cy="458525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4" name="Google Shape;304;p80"/>
          <p:cNvSpPr/>
          <p:nvPr/>
        </p:nvSpPr>
        <p:spPr>
          <a:xfrm>
            <a:off x="7083937" y="2737880"/>
            <a:ext cx="121561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0"/>
          <p:cNvSpPr/>
          <p:nvPr/>
        </p:nvSpPr>
        <p:spPr>
          <a:xfrm>
            <a:off x="5592446" y="2737880"/>
            <a:ext cx="121561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54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0"/>
          <p:cNvSpPr/>
          <p:nvPr/>
        </p:nvSpPr>
        <p:spPr>
          <a:xfrm>
            <a:off x="5935327" y="1608131"/>
            <a:ext cx="121561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0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80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09" name="Google Shape;309;p80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, Bar Chart">
  <p:cSld name="Graph, Bar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2" name="Google Shape;312;p81"/>
          <p:cNvGraphicFramePr/>
          <p:nvPr/>
        </p:nvGraphicFramePr>
        <p:xfrm>
          <a:off x="5141007" y="1594677"/>
          <a:ext cx="3387470" cy="3668647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313" name="Google Shape;313;p81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" name="Google Shape;314;p81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5" name="Google Shape;315;p81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, Bar Chart – Long Headline">
  <p:cSld name="1_Graph, Bar Char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8" name="Google Shape;318;p82"/>
          <p:cNvGraphicFramePr/>
          <p:nvPr/>
        </p:nvGraphicFramePr>
        <p:xfrm>
          <a:off x="5141007" y="1594677"/>
          <a:ext cx="3387470" cy="3668647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19" name="Google Shape;319;p82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82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21" name="Google Shape;321;p82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, Line Chart">
  <p:cSld name="Graph, Line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4" name="Google Shape;324;p83"/>
          <p:cNvGraphicFramePr/>
          <p:nvPr/>
        </p:nvGraphicFramePr>
        <p:xfrm>
          <a:off x="5124623" y="1594677"/>
          <a:ext cx="3430163" cy="3382271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325" name="Google Shape;325;p83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83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7" name="Google Shape;327;p83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cial">
  <p:cSld name="Soci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4"/>
          <p:cNvSpPr txBox="1"/>
          <p:nvPr>
            <p:ph idx="1" type="body"/>
          </p:nvPr>
        </p:nvSpPr>
        <p:spPr>
          <a:xfrm>
            <a:off x="4600693" y="4148335"/>
            <a:ext cx="4323071" cy="2092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20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30" name="Google Shape;330;p84"/>
          <p:cNvGrpSpPr/>
          <p:nvPr/>
        </p:nvGrpSpPr>
        <p:grpSpPr>
          <a:xfrm>
            <a:off x="4285989" y="4306185"/>
            <a:ext cx="319466" cy="1935127"/>
            <a:chOff x="5721815" y="2455049"/>
            <a:chExt cx="489131" cy="3003669"/>
          </a:xfrm>
        </p:grpSpPr>
        <p:pic>
          <p:nvPicPr>
            <p:cNvPr descr="A picture containing drawing, clock&#10;&#10;Description automatically generated" id="331" name="Google Shape;331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39239" y="2455049"/>
              <a:ext cx="459759" cy="459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drawing, light&#10;&#10;Description automatically generated" id="332" name="Google Shape;332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27415" y="3078818"/>
              <a:ext cx="483531" cy="4835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drawing&#10;&#10;Description automatically generated" id="333" name="Google Shape;333;p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27415" y="3712025"/>
              <a:ext cx="483531" cy="4835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logo&#10;&#10;Description automatically generated" id="334" name="Google Shape;334;p8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21816" y="4338498"/>
              <a:ext cx="483531" cy="4835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picture containing clock, drawing&#10;&#10;Description automatically generated" id="335" name="Google Shape;335;p8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21815" y="4975187"/>
              <a:ext cx="483531" cy="4835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>
  <p:cSld name="Clos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5"/>
          <p:cNvSpPr txBox="1"/>
          <p:nvPr>
            <p:ph type="ctrTitle"/>
          </p:nvPr>
        </p:nvSpPr>
        <p:spPr>
          <a:xfrm>
            <a:off x="4616450" y="1932031"/>
            <a:ext cx="4157061" cy="2090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50"/>
              <a:buFont typeface="Helvetica Neue"/>
              <a:buNone/>
              <a:defRPr b="1" i="0" sz="4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8" name="Google Shape;338;p85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xed Page 2 – Long Headline">
  <p:cSld name="Mixed Page 2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6"/>
          <p:cNvSpPr/>
          <p:nvPr>
            <p:ph idx="2" type="pic"/>
          </p:nvPr>
        </p:nvSpPr>
        <p:spPr>
          <a:xfrm>
            <a:off x="5584372" y="-20"/>
            <a:ext cx="3559629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41" name="Google Shape;341;p8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86"/>
          <p:cNvSpPr txBox="1"/>
          <p:nvPr>
            <p:ph type="title"/>
          </p:nvPr>
        </p:nvSpPr>
        <p:spPr>
          <a:xfrm>
            <a:off x="654118" y="748008"/>
            <a:ext cx="4384376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43" name="Google Shape;343;p86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p86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86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6" name="Google Shape;346;p86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6"/>
          <p:cNvSpPr txBox="1"/>
          <p:nvPr>
            <p:ph idx="3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s – 12">
  <p:cSld name="Logos – 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7"/>
          <p:cNvSpPr/>
          <p:nvPr/>
        </p:nvSpPr>
        <p:spPr>
          <a:xfrm>
            <a:off x="3248025" y="-31423"/>
            <a:ext cx="5895975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87"/>
          <p:cNvSpPr/>
          <p:nvPr>
            <p:ph idx="2" type="pic"/>
          </p:nvPr>
        </p:nvSpPr>
        <p:spPr>
          <a:xfrm>
            <a:off x="6300869" y="606319"/>
            <a:ext cx="117330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2" name="Google Shape;352;p87"/>
          <p:cNvSpPr/>
          <p:nvPr>
            <p:ph idx="3" type="pic"/>
          </p:nvPr>
        </p:nvSpPr>
        <p:spPr>
          <a:xfrm>
            <a:off x="7721099" y="606319"/>
            <a:ext cx="117330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3" name="Google Shape;353;p87"/>
          <p:cNvSpPr/>
          <p:nvPr>
            <p:ph idx="4" type="pic"/>
          </p:nvPr>
        </p:nvSpPr>
        <p:spPr>
          <a:xfrm>
            <a:off x="6304385" y="2592304"/>
            <a:ext cx="1166273" cy="1652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4" name="Google Shape;354;p87"/>
          <p:cNvSpPr/>
          <p:nvPr>
            <p:ph idx="5" type="pic"/>
          </p:nvPr>
        </p:nvSpPr>
        <p:spPr>
          <a:xfrm>
            <a:off x="7721100" y="2592304"/>
            <a:ext cx="1173305" cy="1652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5" name="Google Shape;355;p87"/>
          <p:cNvSpPr/>
          <p:nvPr>
            <p:ph idx="6" type="pic"/>
          </p:nvPr>
        </p:nvSpPr>
        <p:spPr>
          <a:xfrm>
            <a:off x="6300869" y="4578290"/>
            <a:ext cx="1169789" cy="162746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6" name="Google Shape;356;p87"/>
          <p:cNvSpPr/>
          <p:nvPr>
            <p:ph idx="7" type="pic"/>
          </p:nvPr>
        </p:nvSpPr>
        <p:spPr>
          <a:xfrm>
            <a:off x="7721100" y="4578290"/>
            <a:ext cx="1169789" cy="162746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7" name="Google Shape;357;p87"/>
          <p:cNvSpPr/>
          <p:nvPr>
            <p:ph idx="8" type="pic"/>
          </p:nvPr>
        </p:nvSpPr>
        <p:spPr>
          <a:xfrm>
            <a:off x="4884155" y="606319"/>
            <a:ext cx="117330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8" name="Google Shape;358;p87"/>
          <p:cNvSpPr/>
          <p:nvPr>
            <p:ph idx="9" type="pic"/>
          </p:nvPr>
        </p:nvSpPr>
        <p:spPr>
          <a:xfrm>
            <a:off x="4887671" y="2592304"/>
            <a:ext cx="1169789" cy="1652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59" name="Google Shape;359;p87"/>
          <p:cNvSpPr/>
          <p:nvPr>
            <p:ph idx="13" type="pic"/>
          </p:nvPr>
        </p:nvSpPr>
        <p:spPr>
          <a:xfrm>
            <a:off x="4884155" y="4578290"/>
            <a:ext cx="1169789" cy="162746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0" name="Google Shape;360;p87"/>
          <p:cNvSpPr/>
          <p:nvPr>
            <p:ph idx="14" type="pic"/>
          </p:nvPr>
        </p:nvSpPr>
        <p:spPr>
          <a:xfrm>
            <a:off x="3493038" y="606319"/>
            <a:ext cx="117330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1" name="Google Shape;361;p87"/>
          <p:cNvSpPr/>
          <p:nvPr>
            <p:ph idx="15" type="pic"/>
          </p:nvPr>
        </p:nvSpPr>
        <p:spPr>
          <a:xfrm>
            <a:off x="3493039" y="2592304"/>
            <a:ext cx="1162346" cy="1652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2" name="Google Shape;362;p87"/>
          <p:cNvSpPr/>
          <p:nvPr>
            <p:ph idx="16" type="pic"/>
          </p:nvPr>
        </p:nvSpPr>
        <p:spPr>
          <a:xfrm>
            <a:off x="3493039" y="4578290"/>
            <a:ext cx="1162346" cy="162746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363" name="Google Shape;363;p8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" name="Google Shape;364;p87"/>
          <p:cNvSpPr txBox="1"/>
          <p:nvPr>
            <p:ph type="title"/>
          </p:nvPr>
        </p:nvSpPr>
        <p:spPr>
          <a:xfrm>
            <a:off x="654118" y="748008"/>
            <a:ext cx="226053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, Line Chart – Long Headline">
  <p:cSld name="Graph, Line Char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7" name="Google Shape;367;p88"/>
          <p:cNvGraphicFramePr/>
          <p:nvPr/>
        </p:nvGraphicFramePr>
        <p:xfrm>
          <a:off x="5124623" y="1594677"/>
          <a:ext cx="3430163" cy="3382271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68" name="Google Shape;368;p88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88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0" name="Google Shape;370;p88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s – All">
  <p:cSld name="Graphs – Al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p89"/>
          <p:cNvGraphicFramePr/>
          <p:nvPr/>
        </p:nvGraphicFramePr>
        <p:xfrm>
          <a:off x="527973" y="3037751"/>
          <a:ext cx="1958454" cy="3100582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73" name="Google Shape;373;p89"/>
          <p:cNvGraphicFramePr/>
          <p:nvPr/>
        </p:nvGraphicFramePr>
        <p:xfrm>
          <a:off x="2753542" y="3399720"/>
          <a:ext cx="2543897" cy="2755053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374" name="Google Shape;374;p89"/>
          <p:cNvGraphicFramePr/>
          <p:nvPr/>
        </p:nvGraphicFramePr>
        <p:xfrm>
          <a:off x="5575936" y="3413760"/>
          <a:ext cx="3099435" cy="2755053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375" name="Google Shape;375;p8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6" name="Google Shape;376;p89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7" name="Google Shape;377;p89"/>
          <p:cNvSpPr txBox="1"/>
          <p:nvPr>
            <p:ph type="title"/>
          </p:nvPr>
        </p:nvSpPr>
        <p:spPr>
          <a:xfrm>
            <a:off x="654118" y="843864"/>
            <a:ext cx="802125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">
  <p:cSld name="Graph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0" name="Google Shape;380;p90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1" name="Google Shape;381;p90"/>
          <p:cNvSpPr txBox="1"/>
          <p:nvPr>
            <p:ph type="title"/>
          </p:nvPr>
        </p:nvSpPr>
        <p:spPr>
          <a:xfrm>
            <a:off x="654118" y="843864"/>
            <a:ext cx="8016353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90"/>
          <p:cNvSpPr/>
          <p:nvPr>
            <p:ph idx="2" type="pic"/>
          </p:nvPr>
        </p:nvSpPr>
        <p:spPr>
          <a:xfrm>
            <a:off x="654119" y="2264236"/>
            <a:ext cx="8016353" cy="39079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– Long Headline">
  <p:cSld name="Graph – 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9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91"/>
          <p:cNvSpPr/>
          <p:nvPr>
            <p:ph idx="2" type="pic"/>
          </p:nvPr>
        </p:nvSpPr>
        <p:spPr>
          <a:xfrm>
            <a:off x="654119" y="2852062"/>
            <a:ext cx="8016353" cy="332013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6" name="Google Shape;386;p91"/>
          <p:cNvSpPr txBox="1"/>
          <p:nvPr>
            <p:ph type="title"/>
          </p:nvPr>
        </p:nvSpPr>
        <p:spPr>
          <a:xfrm>
            <a:off x="654118" y="748008"/>
            <a:ext cx="8016353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7" name="Google Shape;387;p91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">
  <p:cSld name="1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2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92"/>
          <p:cNvSpPr txBox="1"/>
          <p:nvPr>
            <p:ph idx="1" type="body"/>
          </p:nvPr>
        </p:nvSpPr>
        <p:spPr>
          <a:xfrm>
            <a:off x="652926" y="2159428"/>
            <a:ext cx="5830027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1" name="Google Shape;391;p92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2" name="Google Shape;392;p9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 – Long Headline">
  <p:cSld name="1_Body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3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93"/>
          <p:cNvSpPr txBox="1"/>
          <p:nvPr>
            <p:ph idx="1" type="body"/>
          </p:nvPr>
        </p:nvSpPr>
        <p:spPr>
          <a:xfrm>
            <a:off x="652926" y="2850451"/>
            <a:ext cx="5830027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6" name="Google Shape;396;p93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7" name="Google Shape;397;p9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, 2 Column">
  <p:cSld name="1_Body, 2 Colum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4"/>
          <p:cNvSpPr txBox="1"/>
          <p:nvPr>
            <p:ph idx="1" type="body"/>
          </p:nvPr>
        </p:nvSpPr>
        <p:spPr>
          <a:xfrm>
            <a:off x="652927" y="2159428"/>
            <a:ext cx="6427736" cy="3228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0" name="Google Shape;400;p9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94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2" name="Google Shape;402;p94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, 2 Column – Long Headline">
  <p:cSld name="1_Body, 2 Column – 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5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95"/>
          <p:cNvSpPr txBox="1"/>
          <p:nvPr>
            <p:ph idx="1" type="body"/>
          </p:nvPr>
        </p:nvSpPr>
        <p:spPr>
          <a:xfrm>
            <a:off x="652927" y="2850451"/>
            <a:ext cx="6427736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6" name="Google Shape;406;p95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7" name="Google Shape;407;p9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 w/ Image">
  <p:cSld name="1_Body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6"/>
          <p:cNvSpPr txBox="1"/>
          <p:nvPr>
            <p:ph idx="1" type="body"/>
          </p:nvPr>
        </p:nvSpPr>
        <p:spPr>
          <a:xfrm>
            <a:off x="652927" y="2159428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96"/>
          <p:cNvSpPr/>
          <p:nvPr>
            <p:ph idx="2" type="pic"/>
          </p:nvPr>
        </p:nvSpPr>
        <p:spPr>
          <a:xfrm>
            <a:off x="5572845" y="-20"/>
            <a:ext cx="3571155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11" name="Google Shape;411;p9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2" name="Google Shape;412;p96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3" name="Google Shape;413;p96"/>
          <p:cNvSpPr txBox="1"/>
          <p:nvPr>
            <p:ph type="title"/>
          </p:nvPr>
        </p:nvSpPr>
        <p:spPr>
          <a:xfrm>
            <a:off x="654118" y="843864"/>
            <a:ext cx="391788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 w/ Image – Long Headline">
  <p:cSld name="1_Body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7"/>
          <p:cNvSpPr/>
          <p:nvPr>
            <p:ph idx="2" type="pic"/>
          </p:nvPr>
        </p:nvSpPr>
        <p:spPr>
          <a:xfrm>
            <a:off x="5572845" y="-20"/>
            <a:ext cx="3571155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16" name="Google Shape;416;p97"/>
          <p:cNvSpPr txBox="1"/>
          <p:nvPr>
            <p:ph type="title"/>
          </p:nvPr>
        </p:nvSpPr>
        <p:spPr>
          <a:xfrm>
            <a:off x="654118" y="748008"/>
            <a:ext cx="391788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97"/>
          <p:cNvSpPr txBox="1"/>
          <p:nvPr>
            <p:ph idx="1" type="body"/>
          </p:nvPr>
        </p:nvSpPr>
        <p:spPr>
          <a:xfrm>
            <a:off x="652927" y="2850451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18" name="Google Shape;418;p9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" name="Google Shape;419;p9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 w/ Image Gallery">
  <p:cSld name="1_Body w/ Image Galler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8"/>
          <p:cNvSpPr/>
          <p:nvPr/>
        </p:nvSpPr>
        <p:spPr>
          <a:xfrm>
            <a:off x="4572000" y="0"/>
            <a:ext cx="4571207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8"/>
          <p:cNvSpPr/>
          <p:nvPr>
            <p:ph idx="2" type="pic"/>
          </p:nvPr>
        </p:nvSpPr>
        <p:spPr>
          <a:xfrm>
            <a:off x="6841758" y="0"/>
            <a:ext cx="2301449" cy="144438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3" name="Google Shape;423;p98"/>
          <p:cNvSpPr/>
          <p:nvPr>
            <p:ph idx="3" type="pic"/>
          </p:nvPr>
        </p:nvSpPr>
        <p:spPr>
          <a:xfrm>
            <a:off x="4572000" y="0"/>
            <a:ext cx="2191871" cy="27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4" name="Google Shape;424;p98"/>
          <p:cNvSpPr/>
          <p:nvPr>
            <p:ph idx="4" type="pic"/>
          </p:nvPr>
        </p:nvSpPr>
        <p:spPr>
          <a:xfrm>
            <a:off x="4572000" y="2825750"/>
            <a:ext cx="2191871" cy="402734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5" name="Google Shape;425;p98"/>
          <p:cNvSpPr/>
          <p:nvPr>
            <p:ph idx="5" type="pic"/>
          </p:nvPr>
        </p:nvSpPr>
        <p:spPr>
          <a:xfrm>
            <a:off x="6841758" y="1535587"/>
            <a:ext cx="2301449" cy="295386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6" name="Google Shape;426;p98"/>
          <p:cNvSpPr/>
          <p:nvPr>
            <p:ph idx="6" type="pic"/>
          </p:nvPr>
        </p:nvSpPr>
        <p:spPr>
          <a:xfrm>
            <a:off x="6841758" y="4580655"/>
            <a:ext cx="2301449" cy="227734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27" name="Google Shape;427;p9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8" name="Google Shape;428;p98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98"/>
          <p:cNvSpPr txBox="1"/>
          <p:nvPr>
            <p:ph idx="1" type="body"/>
          </p:nvPr>
        </p:nvSpPr>
        <p:spPr>
          <a:xfrm>
            <a:off x="652927" y="2159427"/>
            <a:ext cx="3256575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0" name="Google Shape;430;p98"/>
          <p:cNvSpPr txBox="1"/>
          <p:nvPr>
            <p:ph type="title"/>
          </p:nvPr>
        </p:nvSpPr>
        <p:spPr>
          <a:xfrm>
            <a:off x="654118" y="843864"/>
            <a:ext cx="3452518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ody w/ Image Gallery – Long Headline">
  <p:cSld name="1_Body w/ Image Gallery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99"/>
          <p:cNvSpPr/>
          <p:nvPr/>
        </p:nvSpPr>
        <p:spPr>
          <a:xfrm>
            <a:off x="4572000" y="0"/>
            <a:ext cx="4571207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9"/>
          <p:cNvSpPr/>
          <p:nvPr>
            <p:ph idx="2" type="pic"/>
          </p:nvPr>
        </p:nvSpPr>
        <p:spPr>
          <a:xfrm>
            <a:off x="6841758" y="0"/>
            <a:ext cx="2301449" cy="144438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4" name="Google Shape;434;p99"/>
          <p:cNvSpPr/>
          <p:nvPr>
            <p:ph idx="3" type="pic"/>
          </p:nvPr>
        </p:nvSpPr>
        <p:spPr>
          <a:xfrm>
            <a:off x="4572000" y="0"/>
            <a:ext cx="2191871" cy="27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5" name="Google Shape;435;p99"/>
          <p:cNvSpPr/>
          <p:nvPr>
            <p:ph idx="4" type="pic"/>
          </p:nvPr>
        </p:nvSpPr>
        <p:spPr>
          <a:xfrm>
            <a:off x="4572000" y="2825750"/>
            <a:ext cx="2191871" cy="4027347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6" name="Google Shape;436;p99"/>
          <p:cNvSpPr/>
          <p:nvPr>
            <p:ph idx="5" type="pic"/>
          </p:nvPr>
        </p:nvSpPr>
        <p:spPr>
          <a:xfrm>
            <a:off x="6841758" y="1535587"/>
            <a:ext cx="2301449" cy="2953862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7" name="Google Shape;437;p99"/>
          <p:cNvSpPr/>
          <p:nvPr>
            <p:ph idx="6" type="pic"/>
          </p:nvPr>
        </p:nvSpPr>
        <p:spPr>
          <a:xfrm>
            <a:off x="6841758" y="4580655"/>
            <a:ext cx="2301449" cy="2277346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8" name="Google Shape;438;p9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99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99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41" name="Google Shape;441;p99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Divider 1">
  <p:cSld name="1_Section Divide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0"/>
          <p:cNvSpPr txBox="1"/>
          <p:nvPr>
            <p:ph type="ctrTitle"/>
          </p:nvPr>
        </p:nvSpPr>
        <p:spPr>
          <a:xfrm>
            <a:off x="4616449" y="3189514"/>
            <a:ext cx="4315279" cy="8326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Helvetica Neue"/>
              <a:buNone/>
              <a:defRPr b="1" i="0" sz="4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4" name="Google Shape;444;p100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Divider – 2 Lines">
  <p:cSld name="1_Section Divider – 2 Line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01"/>
          <p:cNvSpPr txBox="1"/>
          <p:nvPr>
            <p:ph type="ctrTitle"/>
          </p:nvPr>
        </p:nvSpPr>
        <p:spPr>
          <a:xfrm>
            <a:off x="4616450" y="2046543"/>
            <a:ext cx="4054022" cy="19756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25"/>
              <a:buFont typeface="Helvetica Neue"/>
              <a:buNone/>
              <a:defRPr b="1" i="0" sz="4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7" name="Google Shape;447;p101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ed List">
  <p:cSld name="1_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02"/>
          <p:cNvSpPr txBox="1"/>
          <p:nvPr>
            <p:ph idx="1" type="body"/>
          </p:nvPr>
        </p:nvSpPr>
        <p:spPr>
          <a:xfrm>
            <a:off x="657928" y="2159427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0" name="Google Shape;450;p10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102"/>
          <p:cNvSpPr txBox="1"/>
          <p:nvPr>
            <p:ph type="title"/>
          </p:nvPr>
        </p:nvSpPr>
        <p:spPr>
          <a:xfrm>
            <a:off x="654118" y="843864"/>
            <a:ext cx="6629840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2" name="Google Shape;452;p102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ed List – Long Headline">
  <p:cSld name="1_Bulleted Lis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03"/>
          <p:cNvSpPr txBox="1"/>
          <p:nvPr>
            <p:ph idx="1" type="body"/>
          </p:nvPr>
        </p:nvSpPr>
        <p:spPr>
          <a:xfrm>
            <a:off x="657928" y="2850451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5" name="Google Shape;455;p10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p103"/>
          <p:cNvSpPr txBox="1"/>
          <p:nvPr>
            <p:ph type="title"/>
          </p:nvPr>
        </p:nvSpPr>
        <p:spPr>
          <a:xfrm>
            <a:off x="654118" y="748008"/>
            <a:ext cx="6629840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57" name="Google Shape;457;p103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ed List w/ Image">
  <p:cSld name="1_Bulleted List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4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60" name="Google Shape;460;p10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104"/>
          <p:cNvSpPr txBox="1"/>
          <p:nvPr>
            <p:ph idx="1" type="body"/>
          </p:nvPr>
        </p:nvSpPr>
        <p:spPr>
          <a:xfrm>
            <a:off x="657928" y="2159427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62" name="Google Shape;462;p104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3" name="Google Shape;463;p104"/>
          <p:cNvSpPr txBox="1"/>
          <p:nvPr>
            <p:ph type="title"/>
          </p:nvPr>
        </p:nvSpPr>
        <p:spPr>
          <a:xfrm>
            <a:off x="654119" y="843864"/>
            <a:ext cx="369335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ulleted List w/ Image – Long Headline">
  <p:cSld name="1_Bulleted List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5"/>
          <p:cNvSpPr txBox="1"/>
          <p:nvPr>
            <p:ph type="title"/>
          </p:nvPr>
        </p:nvSpPr>
        <p:spPr>
          <a:xfrm>
            <a:off x="654119" y="1020158"/>
            <a:ext cx="369335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05"/>
          <p:cNvSpPr txBox="1"/>
          <p:nvPr>
            <p:ph idx="1" type="body"/>
          </p:nvPr>
        </p:nvSpPr>
        <p:spPr>
          <a:xfrm>
            <a:off x="657929" y="3124070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67" name="Google Shape;467;p105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8" name="Google Shape;468;p105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69" name="Google Shape;469;p10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umbered List">
  <p:cSld name="1_Number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2" name="Google Shape;472;p106"/>
          <p:cNvSpPr txBox="1"/>
          <p:nvPr>
            <p:ph idx="1" type="body"/>
          </p:nvPr>
        </p:nvSpPr>
        <p:spPr>
          <a:xfrm>
            <a:off x="657928" y="2159427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3" name="Google Shape;473;p106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4" name="Google Shape;474;p106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umbered List – Long Headline">
  <p:cSld name="1_Numbered Lis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7" name="Google Shape;477;p107"/>
          <p:cNvSpPr txBox="1"/>
          <p:nvPr>
            <p:ph idx="1" type="body"/>
          </p:nvPr>
        </p:nvSpPr>
        <p:spPr>
          <a:xfrm>
            <a:off x="657928" y="2850451"/>
            <a:ext cx="6629840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8" name="Google Shape;478;p107"/>
          <p:cNvSpPr txBox="1"/>
          <p:nvPr>
            <p:ph type="title"/>
          </p:nvPr>
        </p:nvSpPr>
        <p:spPr>
          <a:xfrm>
            <a:off x="654118" y="748008"/>
            <a:ext cx="6629840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79" name="Google Shape;479;p10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umbered List w/ Image">
  <p:cSld name="1_Numbered List w/ Imag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8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82" name="Google Shape;482;p10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108"/>
          <p:cNvSpPr txBox="1"/>
          <p:nvPr>
            <p:ph idx="1" type="body"/>
          </p:nvPr>
        </p:nvSpPr>
        <p:spPr>
          <a:xfrm>
            <a:off x="657928" y="2159427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84" name="Google Shape;484;p108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p108"/>
          <p:cNvSpPr txBox="1"/>
          <p:nvPr>
            <p:ph type="title"/>
          </p:nvPr>
        </p:nvSpPr>
        <p:spPr>
          <a:xfrm>
            <a:off x="654119" y="843864"/>
            <a:ext cx="369335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umbered List w/ Image – Long Headline">
  <p:cSld name="1_Numbered List w/ Image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9"/>
          <p:cNvSpPr txBox="1"/>
          <p:nvPr>
            <p:ph type="title"/>
          </p:nvPr>
        </p:nvSpPr>
        <p:spPr>
          <a:xfrm>
            <a:off x="654118" y="1020158"/>
            <a:ext cx="377092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109"/>
          <p:cNvSpPr txBox="1"/>
          <p:nvPr>
            <p:ph idx="1" type="body"/>
          </p:nvPr>
        </p:nvSpPr>
        <p:spPr>
          <a:xfrm>
            <a:off x="657929" y="3124070"/>
            <a:ext cx="369335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89" name="Google Shape;489;p109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109"/>
          <p:cNvSpPr/>
          <p:nvPr>
            <p:ph idx="2" type="pic"/>
          </p:nvPr>
        </p:nvSpPr>
        <p:spPr>
          <a:xfrm>
            <a:off x="5001611" y="-20"/>
            <a:ext cx="4142390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91" name="Google Shape;491;p10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ist">
  <p:cSld name="1_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10"/>
          <p:cNvSpPr txBox="1"/>
          <p:nvPr>
            <p:ph type="title"/>
          </p:nvPr>
        </p:nvSpPr>
        <p:spPr>
          <a:xfrm>
            <a:off x="654118" y="1150881"/>
            <a:ext cx="3350069" cy="648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94" name="Google Shape;494;p110"/>
          <p:cNvCxnSpPr/>
          <p:nvPr/>
        </p:nvCxnSpPr>
        <p:spPr>
          <a:xfrm>
            <a:off x="723139" y="204127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5" name="Google Shape;495;p110"/>
          <p:cNvSpPr txBox="1"/>
          <p:nvPr>
            <p:ph idx="1" type="body"/>
          </p:nvPr>
        </p:nvSpPr>
        <p:spPr>
          <a:xfrm>
            <a:off x="4572001" y="1150881"/>
            <a:ext cx="4100732" cy="4982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800"/>
              <a:buFont typeface="Helvetica Neue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6" name="Google Shape;496;p11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ist w/ Long Headline">
  <p:cSld name="1_List w/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1"/>
          <p:cNvSpPr txBox="1"/>
          <p:nvPr>
            <p:ph type="title"/>
          </p:nvPr>
        </p:nvSpPr>
        <p:spPr>
          <a:xfrm>
            <a:off x="654118" y="1135117"/>
            <a:ext cx="3350069" cy="14179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99" name="Google Shape;499;p111"/>
          <p:cNvCxnSpPr/>
          <p:nvPr/>
        </p:nvCxnSpPr>
        <p:spPr>
          <a:xfrm>
            <a:off x="723139" y="279539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0" name="Google Shape;500;p111"/>
          <p:cNvSpPr txBox="1"/>
          <p:nvPr>
            <p:ph idx="1" type="body"/>
          </p:nvPr>
        </p:nvSpPr>
        <p:spPr>
          <a:xfrm>
            <a:off x="4572001" y="1150881"/>
            <a:ext cx="4100732" cy="49826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800"/>
              <a:buFont typeface="Helvetica Neue"/>
              <a:buNone/>
              <a:defRPr b="1" i="0"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1" name="Google Shape;501;p11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shots – 4">
  <p:cSld name="1_Headshots –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12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11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" name="Google Shape;505;p112"/>
          <p:cNvSpPr/>
          <p:nvPr>
            <p:ph idx="2" type="pic"/>
          </p:nvPr>
        </p:nvSpPr>
        <p:spPr>
          <a:xfrm>
            <a:off x="739240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6" name="Google Shape;506;p112"/>
          <p:cNvSpPr/>
          <p:nvPr>
            <p:ph idx="3" type="pic"/>
          </p:nvPr>
        </p:nvSpPr>
        <p:spPr>
          <a:xfrm>
            <a:off x="2714641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7" name="Google Shape;507;p112"/>
          <p:cNvSpPr/>
          <p:nvPr>
            <p:ph idx="4" type="pic"/>
          </p:nvPr>
        </p:nvSpPr>
        <p:spPr>
          <a:xfrm>
            <a:off x="4704952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8" name="Google Shape;508;p112"/>
          <p:cNvSpPr/>
          <p:nvPr>
            <p:ph idx="5" type="pic"/>
          </p:nvPr>
        </p:nvSpPr>
        <p:spPr>
          <a:xfrm>
            <a:off x="6687809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509" name="Google Shape;509;p112"/>
          <p:cNvCxnSpPr/>
          <p:nvPr/>
        </p:nvCxnSpPr>
        <p:spPr>
          <a:xfrm>
            <a:off x="748552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0" name="Google Shape;510;p112"/>
          <p:cNvSpPr txBox="1"/>
          <p:nvPr>
            <p:ph idx="1" type="body"/>
          </p:nvPr>
        </p:nvSpPr>
        <p:spPr>
          <a:xfrm>
            <a:off x="662401" y="4322111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1" name="Google Shape;511;p112"/>
          <p:cNvSpPr txBox="1"/>
          <p:nvPr>
            <p:ph idx="6" type="body"/>
          </p:nvPr>
        </p:nvSpPr>
        <p:spPr>
          <a:xfrm>
            <a:off x="667467" y="5410616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2" name="Google Shape;512;p112"/>
          <p:cNvCxnSpPr/>
          <p:nvPr/>
        </p:nvCxnSpPr>
        <p:spPr>
          <a:xfrm>
            <a:off x="2720206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3" name="Google Shape;513;p112"/>
          <p:cNvSpPr txBox="1"/>
          <p:nvPr>
            <p:ph idx="7" type="body"/>
          </p:nvPr>
        </p:nvSpPr>
        <p:spPr>
          <a:xfrm>
            <a:off x="2634055" y="4322111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4" name="Google Shape;514;p112"/>
          <p:cNvSpPr txBox="1"/>
          <p:nvPr>
            <p:ph idx="8" type="body"/>
          </p:nvPr>
        </p:nvSpPr>
        <p:spPr>
          <a:xfrm>
            <a:off x="2639121" y="5410616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5" name="Google Shape;515;p112"/>
          <p:cNvCxnSpPr/>
          <p:nvPr/>
        </p:nvCxnSpPr>
        <p:spPr>
          <a:xfrm>
            <a:off x="4706000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6" name="Google Shape;516;p112"/>
          <p:cNvSpPr txBox="1"/>
          <p:nvPr>
            <p:ph idx="9" type="body"/>
          </p:nvPr>
        </p:nvSpPr>
        <p:spPr>
          <a:xfrm>
            <a:off x="4619850" y="4322111"/>
            <a:ext cx="1831200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7" name="Google Shape;517;p112"/>
          <p:cNvSpPr txBox="1"/>
          <p:nvPr>
            <p:ph idx="13" type="body"/>
          </p:nvPr>
        </p:nvSpPr>
        <p:spPr>
          <a:xfrm>
            <a:off x="4624916" y="5410616"/>
            <a:ext cx="1831200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18" name="Google Shape;518;p112"/>
          <p:cNvCxnSpPr/>
          <p:nvPr/>
        </p:nvCxnSpPr>
        <p:spPr>
          <a:xfrm>
            <a:off x="6700674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9" name="Google Shape;519;p112"/>
          <p:cNvSpPr txBox="1"/>
          <p:nvPr>
            <p:ph idx="14" type="body"/>
          </p:nvPr>
        </p:nvSpPr>
        <p:spPr>
          <a:xfrm>
            <a:off x="6614524" y="4322111"/>
            <a:ext cx="1831199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0" name="Google Shape;520;p112"/>
          <p:cNvSpPr txBox="1"/>
          <p:nvPr>
            <p:ph idx="15" type="body"/>
          </p:nvPr>
        </p:nvSpPr>
        <p:spPr>
          <a:xfrm>
            <a:off x="6619590" y="5410616"/>
            <a:ext cx="1831199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shots – 3">
  <p:cSld name="1_Headshots –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" name="Google Shape;523;p113"/>
          <p:cNvSpPr/>
          <p:nvPr>
            <p:ph idx="2" type="pic"/>
          </p:nvPr>
        </p:nvSpPr>
        <p:spPr>
          <a:xfrm>
            <a:off x="1723549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4" name="Google Shape;524;p113"/>
          <p:cNvSpPr/>
          <p:nvPr>
            <p:ph idx="3" type="pic"/>
          </p:nvPr>
        </p:nvSpPr>
        <p:spPr>
          <a:xfrm>
            <a:off x="3698951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25" name="Google Shape;525;p113"/>
          <p:cNvSpPr/>
          <p:nvPr>
            <p:ph idx="4" type="pic"/>
          </p:nvPr>
        </p:nvSpPr>
        <p:spPr>
          <a:xfrm>
            <a:off x="5689262" y="1880821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526" name="Google Shape;526;p113"/>
          <p:cNvCxnSpPr/>
          <p:nvPr/>
        </p:nvCxnSpPr>
        <p:spPr>
          <a:xfrm>
            <a:off x="1732862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7" name="Google Shape;527;p113"/>
          <p:cNvSpPr txBox="1"/>
          <p:nvPr>
            <p:ph idx="1" type="body"/>
          </p:nvPr>
        </p:nvSpPr>
        <p:spPr>
          <a:xfrm>
            <a:off x="1646711" y="4322111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p113"/>
          <p:cNvSpPr txBox="1"/>
          <p:nvPr>
            <p:ph idx="5" type="body"/>
          </p:nvPr>
        </p:nvSpPr>
        <p:spPr>
          <a:xfrm>
            <a:off x="1651777" y="5410616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29" name="Google Shape;529;p113"/>
          <p:cNvCxnSpPr/>
          <p:nvPr/>
        </p:nvCxnSpPr>
        <p:spPr>
          <a:xfrm>
            <a:off x="3704515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0" name="Google Shape;530;p113"/>
          <p:cNvSpPr txBox="1"/>
          <p:nvPr>
            <p:ph idx="6" type="body"/>
          </p:nvPr>
        </p:nvSpPr>
        <p:spPr>
          <a:xfrm>
            <a:off x="3618365" y="4322111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1" name="Google Shape;531;p113"/>
          <p:cNvSpPr txBox="1"/>
          <p:nvPr>
            <p:ph idx="7" type="body"/>
          </p:nvPr>
        </p:nvSpPr>
        <p:spPr>
          <a:xfrm>
            <a:off x="3623431" y="5410616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32" name="Google Shape;532;p113"/>
          <p:cNvCxnSpPr/>
          <p:nvPr/>
        </p:nvCxnSpPr>
        <p:spPr>
          <a:xfrm>
            <a:off x="5690310" y="5180785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3" name="Google Shape;533;p113"/>
          <p:cNvSpPr txBox="1"/>
          <p:nvPr>
            <p:ph idx="8" type="body"/>
          </p:nvPr>
        </p:nvSpPr>
        <p:spPr>
          <a:xfrm>
            <a:off x="5604160" y="4322111"/>
            <a:ext cx="1831200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4" name="Google Shape;534;p113"/>
          <p:cNvSpPr txBox="1"/>
          <p:nvPr>
            <p:ph idx="9" type="body"/>
          </p:nvPr>
        </p:nvSpPr>
        <p:spPr>
          <a:xfrm>
            <a:off x="5609226" y="5410616"/>
            <a:ext cx="1831200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5" name="Google Shape;535;p113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shots – 2">
  <p:cSld name="1_Headshots –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p114"/>
          <p:cNvSpPr/>
          <p:nvPr>
            <p:ph idx="2" type="pic"/>
          </p:nvPr>
        </p:nvSpPr>
        <p:spPr>
          <a:xfrm>
            <a:off x="2825902" y="2084288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9" name="Google Shape;539;p114"/>
          <p:cNvSpPr/>
          <p:nvPr>
            <p:ph idx="3" type="pic"/>
          </p:nvPr>
        </p:nvSpPr>
        <p:spPr>
          <a:xfrm>
            <a:off x="4801304" y="2084288"/>
            <a:ext cx="1746098" cy="216866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540" name="Google Shape;540;p114"/>
          <p:cNvCxnSpPr/>
          <p:nvPr/>
        </p:nvCxnSpPr>
        <p:spPr>
          <a:xfrm>
            <a:off x="2835215" y="5384252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1" name="Google Shape;541;p114"/>
          <p:cNvSpPr txBox="1"/>
          <p:nvPr>
            <p:ph idx="1" type="body"/>
          </p:nvPr>
        </p:nvSpPr>
        <p:spPr>
          <a:xfrm>
            <a:off x="2749064" y="4525578"/>
            <a:ext cx="1822936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2" name="Google Shape;542;p114"/>
          <p:cNvSpPr txBox="1"/>
          <p:nvPr>
            <p:ph idx="4" type="body"/>
          </p:nvPr>
        </p:nvSpPr>
        <p:spPr>
          <a:xfrm>
            <a:off x="2754130" y="5614083"/>
            <a:ext cx="1822936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43" name="Google Shape;543;p114"/>
          <p:cNvCxnSpPr/>
          <p:nvPr/>
        </p:nvCxnSpPr>
        <p:spPr>
          <a:xfrm>
            <a:off x="4806869" y="5384252"/>
            <a:ext cx="453456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4" name="Google Shape;544;p114"/>
          <p:cNvSpPr txBox="1"/>
          <p:nvPr>
            <p:ph idx="5" type="body"/>
          </p:nvPr>
        </p:nvSpPr>
        <p:spPr>
          <a:xfrm>
            <a:off x="4720718" y="4525578"/>
            <a:ext cx="1836163" cy="637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9473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25"/>
              <a:buFont typeface="Helvetica Neue"/>
              <a:buNone/>
              <a:defRPr b="0" i="0" sz="14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60000"/>
              </a:lnSpc>
              <a:spcBef>
                <a:spcPts val="4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5" name="Google Shape;545;p114"/>
          <p:cNvSpPr txBox="1"/>
          <p:nvPr>
            <p:ph idx="6" type="body"/>
          </p:nvPr>
        </p:nvSpPr>
        <p:spPr>
          <a:xfrm>
            <a:off x="4725784" y="5614083"/>
            <a:ext cx="1836163" cy="694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6" name="Google Shape;546;p114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shot w/ Bio">
  <p:cSld name="1_Headshot w/ Bi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5"/>
          <p:cNvSpPr txBox="1"/>
          <p:nvPr>
            <p:ph type="title"/>
          </p:nvPr>
        </p:nvSpPr>
        <p:spPr>
          <a:xfrm>
            <a:off x="654118" y="810539"/>
            <a:ext cx="3917882" cy="134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49" name="Google Shape;549;p115"/>
          <p:cNvCxnSpPr/>
          <p:nvPr/>
        </p:nvCxnSpPr>
        <p:spPr>
          <a:xfrm>
            <a:off x="723139" y="3032899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0" name="Google Shape;550;p115"/>
          <p:cNvSpPr/>
          <p:nvPr>
            <p:ph idx="2" type="pic"/>
          </p:nvPr>
        </p:nvSpPr>
        <p:spPr>
          <a:xfrm>
            <a:off x="5584372" y="-20"/>
            <a:ext cx="3559629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1" name="Google Shape;551;p11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2" name="Google Shape;552;p115"/>
          <p:cNvSpPr txBox="1"/>
          <p:nvPr>
            <p:ph idx="1" type="body"/>
          </p:nvPr>
        </p:nvSpPr>
        <p:spPr>
          <a:xfrm>
            <a:off x="652927" y="3292453"/>
            <a:ext cx="3919074" cy="26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3" name="Google Shape;553;p115"/>
          <p:cNvSpPr txBox="1"/>
          <p:nvPr>
            <p:ph idx="3" type="body"/>
          </p:nvPr>
        </p:nvSpPr>
        <p:spPr>
          <a:xfrm>
            <a:off x="652926" y="2364171"/>
            <a:ext cx="3919074" cy="3992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meline">
  <p:cSld name="1_Time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5" name="Google Shape;555;p116"/>
          <p:cNvCxnSpPr/>
          <p:nvPr/>
        </p:nvCxnSpPr>
        <p:spPr>
          <a:xfrm>
            <a:off x="746523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116"/>
          <p:cNvSpPr txBox="1"/>
          <p:nvPr>
            <p:ph idx="1" type="body"/>
          </p:nvPr>
        </p:nvSpPr>
        <p:spPr>
          <a:xfrm>
            <a:off x="637392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7" name="Google Shape;557;p11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58" name="Google Shape;558;p116"/>
          <p:cNvCxnSpPr/>
          <p:nvPr/>
        </p:nvCxnSpPr>
        <p:spPr>
          <a:xfrm>
            <a:off x="0" y="3083165"/>
            <a:ext cx="9201150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9" name="Google Shape;559;p116"/>
          <p:cNvCxnSpPr/>
          <p:nvPr/>
        </p:nvCxnSpPr>
        <p:spPr>
          <a:xfrm>
            <a:off x="2386492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0" name="Google Shape;560;p116"/>
          <p:cNvCxnSpPr/>
          <p:nvPr/>
        </p:nvCxnSpPr>
        <p:spPr>
          <a:xfrm>
            <a:off x="4022747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1" name="Google Shape;561;p116"/>
          <p:cNvCxnSpPr/>
          <p:nvPr/>
        </p:nvCxnSpPr>
        <p:spPr>
          <a:xfrm>
            <a:off x="5661303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2" name="Google Shape;562;p116"/>
          <p:cNvCxnSpPr/>
          <p:nvPr/>
        </p:nvCxnSpPr>
        <p:spPr>
          <a:xfrm>
            <a:off x="7299859" y="2910877"/>
            <a:ext cx="0" cy="330867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3" name="Google Shape;563;p116"/>
          <p:cNvSpPr txBox="1"/>
          <p:nvPr>
            <p:ph idx="2" type="body"/>
          </p:nvPr>
        </p:nvSpPr>
        <p:spPr>
          <a:xfrm>
            <a:off x="637392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4" name="Google Shape;564;p116"/>
          <p:cNvSpPr txBox="1"/>
          <p:nvPr>
            <p:ph idx="3" type="body"/>
          </p:nvPr>
        </p:nvSpPr>
        <p:spPr>
          <a:xfrm>
            <a:off x="2276621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5" name="Google Shape;565;p116"/>
          <p:cNvSpPr txBox="1"/>
          <p:nvPr>
            <p:ph idx="4" type="body"/>
          </p:nvPr>
        </p:nvSpPr>
        <p:spPr>
          <a:xfrm>
            <a:off x="2276621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6" name="Google Shape;566;p116"/>
          <p:cNvSpPr txBox="1"/>
          <p:nvPr>
            <p:ph idx="5" type="body"/>
          </p:nvPr>
        </p:nvSpPr>
        <p:spPr>
          <a:xfrm>
            <a:off x="3899124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7" name="Google Shape;567;p116"/>
          <p:cNvSpPr txBox="1"/>
          <p:nvPr>
            <p:ph idx="6" type="body"/>
          </p:nvPr>
        </p:nvSpPr>
        <p:spPr>
          <a:xfrm>
            <a:off x="3899124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8" name="Google Shape;568;p116"/>
          <p:cNvSpPr txBox="1"/>
          <p:nvPr>
            <p:ph idx="7" type="body"/>
          </p:nvPr>
        </p:nvSpPr>
        <p:spPr>
          <a:xfrm>
            <a:off x="5555080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9" name="Google Shape;569;p116"/>
          <p:cNvSpPr txBox="1"/>
          <p:nvPr>
            <p:ph idx="8" type="body"/>
          </p:nvPr>
        </p:nvSpPr>
        <p:spPr>
          <a:xfrm>
            <a:off x="5555080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0" name="Google Shape;570;p116"/>
          <p:cNvSpPr txBox="1"/>
          <p:nvPr>
            <p:ph idx="9" type="body"/>
          </p:nvPr>
        </p:nvSpPr>
        <p:spPr>
          <a:xfrm>
            <a:off x="7194309" y="3456249"/>
            <a:ext cx="1360406" cy="330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500"/>
              <a:buFont typeface="Helvetica Neue"/>
              <a:buNone/>
              <a:defRPr b="1" i="0" sz="15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25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1" name="Google Shape;571;p116"/>
          <p:cNvSpPr txBox="1"/>
          <p:nvPr>
            <p:ph idx="13" type="body"/>
          </p:nvPr>
        </p:nvSpPr>
        <p:spPr>
          <a:xfrm>
            <a:off x="7194309" y="3914387"/>
            <a:ext cx="1360406" cy="1944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Helvetica Neue"/>
              <a:buNone/>
              <a:defRPr b="0" i="0" sz="10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2" name="Google Shape;572;p116"/>
          <p:cNvSpPr txBox="1"/>
          <p:nvPr>
            <p:ph type="title"/>
          </p:nvPr>
        </p:nvSpPr>
        <p:spPr>
          <a:xfrm>
            <a:off x="654117" y="548941"/>
            <a:ext cx="7815959" cy="782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xed Page 1">
  <p:cSld name="1_Mixed Page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1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" name="Google Shape;575;p117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17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7" name="Google Shape;577;p117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17"/>
          <p:cNvSpPr txBox="1"/>
          <p:nvPr>
            <p:ph idx="2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9" name="Google Shape;579;p117"/>
          <p:cNvSpPr/>
          <p:nvPr/>
        </p:nvSpPr>
        <p:spPr>
          <a:xfrm>
            <a:off x="5304176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17"/>
          <p:cNvSpPr txBox="1"/>
          <p:nvPr>
            <p:ph idx="3" type="body"/>
          </p:nvPr>
        </p:nvSpPr>
        <p:spPr>
          <a:xfrm>
            <a:off x="5304176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 Light"/>
              <a:buNone/>
              <a:defRPr b="0" i="0" sz="1125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1" name="Google Shape;581;p117"/>
          <p:cNvSpPr txBox="1"/>
          <p:nvPr>
            <p:ph type="title"/>
          </p:nvPr>
        </p:nvSpPr>
        <p:spPr>
          <a:xfrm>
            <a:off x="654118" y="843864"/>
            <a:ext cx="438437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2" name="Google Shape;582;p117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xed Page 1 – Long Headline">
  <p:cSld name="1_Mixed Page 1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5" name="Google Shape;585;p118"/>
          <p:cNvSpPr txBox="1"/>
          <p:nvPr>
            <p:ph type="title"/>
          </p:nvPr>
        </p:nvSpPr>
        <p:spPr>
          <a:xfrm>
            <a:off x="654118" y="748008"/>
            <a:ext cx="4384376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6" name="Google Shape;586;p118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7" name="Google Shape;587;p118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18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9" name="Google Shape;589;p118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8"/>
          <p:cNvSpPr txBox="1"/>
          <p:nvPr>
            <p:ph idx="2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1" name="Google Shape;591;p118"/>
          <p:cNvSpPr/>
          <p:nvPr/>
        </p:nvSpPr>
        <p:spPr>
          <a:xfrm>
            <a:off x="5304176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8"/>
          <p:cNvSpPr txBox="1"/>
          <p:nvPr>
            <p:ph idx="3" type="body"/>
          </p:nvPr>
        </p:nvSpPr>
        <p:spPr>
          <a:xfrm>
            <a:off x="5304176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 Light"/>
              <a:buNone/>
              <a:defRPr b="0" i="0" sz="1125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xed Page 2">
  <p:cSld name="1_Mixed Page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19"/>
          <p:cNvSpPr/>
          <p:nvPr>
            <p:ph idx="2" type="pic"/>
          </p:nvPr>
        </p:nvSpPr>
        <p:spPr>
          <a:xfrm>
            <a:off x="5584372" y="-20"/>
            <a:ext cx="3559629" cy="6858019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95" name="Google Shape;595;p119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6" name="Google Shape;596;p119"/>
          <p:cNvSpPr/>
          <p:nvPr/>
        </p:nvSpPr>
        <p:spPr>
          <a:xfrm>
            <a:off x="654118" y="2832573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9"/>
          <p:cNvSpPr txBox="1"/>
          <p:nvPr>
            <p:ph idx="1" type="body"/>
          </p:nvPr>
        </p:nvSpPr>
        <p:spPr>
          <a:xfrm>
            <a:off x="654118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8" name="Google Shape;598;p119"/>
          <p:cNvSpPr/>
          <p:nvPr/>
        </p:nvSpPr>
        <p:spPr>
          <a:xfrm>
            <a:off x="2987510" y="2832573"/>
            <a:ext cx="2050983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19"/>
          <p:cNvSpPr txBox="1"/>
          <p:nvPr>
            <p:ph idx="3" type="body"/>
          </p:nvPr>
        </p:nvSpPr>
        <p:spPr>
          <a:xfrm>
            <a:off x="2987510" y="3786405"/>
            <a:ext cx="2050983" cy="203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Helvetica Neue"/>
              <a:buNone/>
              <a:defRPr b="0" i="0" sz="1125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0" name="Google Shape;600;p119"/>
          <p:cNvSpPr txBox="1"/>
          <p:nvPr>
            <p:ph type="title"/>
          </p:nvPr>
        </p:nvSpPr>
        <p:spPr>
          <a:xfrm>
            <a:off x="654118" y="843864"/>
            <a:ext cx="438437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01" name="Google Shape;601;p119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xed Page 3">
  <p:cSld name="1_Mixed Page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20"/>
          <p:cNvSpPr/>
          <p:nvPr/>
        </p:nvSpPr>
        <p:spPr>
          <a:xfrm>
            <a:off x="6172200" y="-44605"/>
            <a:ext cx="297180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0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5" name="Google Shape;605;p120"/>
          <p:cNvSpPr/>
          <p:nvPr/>
        </p:nvSpPr>
        <p:spPr>
          <a:xfrm>
            <a:off x="6649987" y="10544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20"/>
          <p:cNvSpPr txBox="1"/>
          <p:nvPr>
            <p:ph idx="1" type="body"/>
          </p:nvPr>
        </p:nvSpPr>
        <p:spPr>
          <a:xfrm>
            <a:off x="6649987" y="2041650"/>
            <a:ext cx="2050983" cy="122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7" name="Google Shape;607;p120"/>
          <p:cNvSpPr/>
          <p:nvPr/>
        </p:nvSpPr>
        <p:spPr>
          <a:xfrm>
            <a:off x="6649987" y="34928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20"/>
          <p:cNvSpPr txBox="1"/>
          <p:nvPr>
            <p:ph idx="2" type="body"/>
          </p:nvPr>
        </p:nvSpPr>
        <p:spPr>
          <a:xfrm>
            <a:off x="6649987" y="4480050"/>
            <a:ext cx="2050983" cy="158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09" name="Google Shape;609;p120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0" name="Google Shape;610;p120"/>
          <p:cNvSpPr txBox="1"/>
          <p:nvPr>
            <p:ph idx="3" type="body"/>
          </p:nvPr>
        </p:nvSpPr>
        <p:spPr>
          <a:xfrm>
            <a:off x="652926" y="2159427"/>
            <a:ext cx="4711009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p120"/>
          <p:cNvSpPr txBox="1"/>
          <p:nvPr>
            <p:ph type="title"/>
          </p:nvPr>
        </p:nvSpPr>
        <p:spPr>
          <a:xfrm>
            <a:off x="654118" y="843864"/>
            <a:ext cx="4709816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ixed Page 3 – Long Headline">
  <p:cSld name="1_Mixed Page 3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21"/>
          <p:cNvSpPr/>
          <p:nvPr/>
        </p:nvSpPr>
        <p:spPr>
          <a:xfrm>
            <a:off x="6172200" y="-44605"/>
            <a:ext cx="297180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21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5" name="Google Shape;615;p121"/>
          <p:cNvSpPr txBox="1"/>
          <p:nvPr>
            <p:ph idx="1" type="body"/>
          </p:nvPr>
        </p:nvSpPr>
        <p:spPr>
          <a:xfrm>
            <a:off x="652926" y="2850452"/>
            <a:ext cx="4711010" cy="3211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6" name="Google Shape;616;p121"/>
          <p:cNvSpPr/>
          <p:nvPr/>
        </p:nvSpPr>
        <p:spPr>
          <a:xfrm>
            <a:off x="6649987" y="10544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21"/>
          <p:cNvSpPr txBox="1"/>
          <p:nvPr>
            <p:ph idx="2" type="body"/>
          </p:nvPr>
        </p:nvSpPr>
        <p:spPr>
          <a:xfrm>
            <a:off x="6649987" y="2041650"/>
            <a:ext cx="2050983" cy="122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8" name="Google Shape;618;p121"/>
          <p:cNvSpPr/>
          <p:nvPr/>
        </p:nvSpPr>
        <p:spPr>
          <a:xfrm>
            <a:off x="6649987" y="3492848"/>
            <a:ext cx="2120832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21"/>
          <p:cNvSpPr txBox="1"/>
          <p:nvPr>
            <p:ph idx="3" type="body"/>
          </p:nvPr>
        </p:nvSpPr>
        <p:spPr>
          <a:xfrm>
            <a:off x="6649987" y="4480050"/>
            <a:ext cx="2050983" cy="1582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rgbClr val="171616"/>
              </a:buClr>
              <a:buSzPts val="1125"/>
              <a:buFont typeface="Helvetica Neue"/>
              <a:buNone/>
              <a:defRPr b="0" i="0" sz="1125">
                <a:solidFill>
                  <a:srgbClr val="17161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0" name="Google Shape;620;p121"/>
          <p:cNvSpPr txBox="1"/>
          <p:nvPr>
            <p:ph type="title"/>
          </p:nvPr>
        </p:nvSpPr>
        <p:spPr>
          <a:xfrm>
            <a:off x="654118" y="748008"/>
            <a:ext cx="4709818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21" name="Google Shape;621;p121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s – 6">
  <p:cSld name="1_Logos – 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22"/>
          <p:cNvSpPr/>
          <p:nvPr/>
        </p:nvSpPr>
        <p:spPr>
          <a:xfrm>
            <a:off x="3928820" y="-44605"/>
            <a:ext cx="521518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2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" name="Google Shape;625;p122"/>
          <p:cNvSpPr/>
          <p:nvPr>
            <p:ph idx="2" type="pic"/>
          </p:nvPr>
        </p:nvSpPr>
        <p:spPr>
          <a:xfrm>
            <a:off x="4344040" y="600590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6" name="Google Shape;626;p122"/>
          <p:cNvSpPr/>
          <p:nvPr>
            <p:ph idx="3" type="pic"/>
          </p:nvPr>
        </p:nvSpPr>
        <p:spPr>
          <a:xfrm>
            <a:off x="6656166" y="600590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7" name="Google Shape;627;p122"/>
          <p:cNvSpPr/>
          <p:nvPr>
            <p:ph idx="4" type="pic"/>
          </p:nvPr>
        </p:nvSpPr>
        <p:spPr>
          <a:xfrm>
            <a:off x="4344040" y="2606371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8" name="Google Shape;628;p122"/>
          <p:cNvSpPr/>
          <p:nvPr>
            <p:ph idx="5" type="pic"/>
          </p:nvPr>
        </p:nvSpPr>
        <p:spPr>
          <a:xfrm>
            <a:off x="6656166" y="2606371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29" name="Google Shape;629;p122"/>
          <p:cNvSpPr/>
          <p:nvPr>
            <p:ph idx="6" type="pic"/>
          </p:nvPr>
        </p:nvSpPr>
        <p:spPr>
          <a:xfrm>
            <a:off x="4344040" y="4592487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0" name="Google Shape;630;p122"/>
          <p:cNvSpPr/>
          <p:nvPr>
            <p:ph idx="7" type="pic"/>
          </p:nvPr>
        </p:nvSpPr>
        <p:spPr>
          <a:xfrm>
            <a:off x="6656166" y="4592487"/>
            <a:ext cx="2056760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1" name="Google Shape;631;p122"/>
          <p:cNvSpPr txBox="1"/>
          <p:nvPr>
            <p:ph type="title"/>
          </p:nvPr>
        </p:nvSpPr>
        <p:spPr>
          <a:xfrm>
            <a:off x="654119" y="748008"/>
            <a:ext cx="26850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2" name="Google Shape;632;p122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s – 9">
  <p:cSld name="1_Logos – 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23"/>
          <p:cNvSpPr/>
          <p:nvPr/>
        </p:nvSpPr>
        <p:spPr>
          <a:xfrm>
            <a:off x="3928820" y="-44605"/>
            <a:ext cx="5215180" cy="69472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3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6" name="Google Shape;636;p123"/>
          <p:cNvSpPr/>
          <p:nvPr>
            <p:ph idx="2" type="pic"/>
          </p:nvPr>
        </p:nvSpPr>
        <p:spPr>
          <a:xfrm>
            <a:off x="5853324" y="620387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7" name="Google Shape;637;p123"/>
          <p:cNvSpPr/>
          <p:nvPr>
            <p:ph idx="3" type="pic"/>
          </p:nvPr>
        </p:nvSpPr>
        <p:spPr>
          <a:xfrm>
            <a:off x="7416799" y="620387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8" name="Google Shape;638;p123"/>
          <p:cNvSpPr/>
          <p:nvPr>
            <p:ph idx="4" type="pic"/>
          </p:nvPr>
        </p:nvSpPr>
        <p:spPr>
          <a:xfrm>
            <a:off x="5853324" y="2606371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9" name="Google Shape;639;p123"/>
          <p:cNvSpPr/>
          <p:nvPr>
            <p:ph idx="5" type="pic"/>
          </p:nvPr>
        </p:nvSpPr>
        <p:spPr>
          <a:xfrm>
            <a:off x="7416799" y="2606371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0" name="Google Shape;640;p123"/>
          <p:cNvSpPr/>
          <p:nvPr>
            <p:ph idx="6" type="pic"/>
          </p:nvPr>
        </p:nvSpPr>
        <p:spPr>
          <a:xfrm>
            <a:off x="5853324" y="4567125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1" name="Google Shape;641;p123"/>
          <p:cNvSpPr/>
          <p:nvPr>
            <p:ph idx="7" type="pic"/>
          </p:nvPr>
        </p:nvSpPr>
        <p:spPr>
          <a:xfrm>
            <a:off x="7416799" y="4567125"/>
            <a:ext cx="1363345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2" name="Google Shape;642;p123"/>
          <p:cNvSpPr/>
          <p:nvPr>
            <p:ph idx="8" type="pic"/>
          </p:nvPr>
        </p:nvSpPr>
        <p:spPr>
          <a:xfrm>
            <a:off x="4289848" y="620387"/>
            <a:ext cx="136334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3" name="Google Shape;643;p123"/>
          <p:cNvSpPr/>
          <p:nvPr>
            <p:ph idx="9" type="pic"/>
          </p:nvPr>
        </p:nvSpPr>
        <p:spPr>
          <a:xfrm>
            <a:off x="4289848" y="2606371"/>
            <a:ext cx="136334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4" name="Google Shape;644;p123"/>
          <p:cNvSpPr/>
          <p:nvPr>
            <p:ph idx="13" type="pic"/>
          </p:nvPr>
        </p:nvSpPr>
        <p:spPr>
          <a:xfrm>
            <a:off x="4289848" y="4567125"/>
            <a:ext cx="1363346" cy="1652701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45" name="Google Shape;645;p123"/>
          <p:cNvSpPr txBox="1"/>
          <p:nvPr>
            <p:ph type="title"/>
          </p:nvPr>
        </p:nvSpPr>
        <p:spPr>
          <a:xfrm>
            <a:off x="654118" y="748008"/>
            <a:ext cx="2260532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46" name="Google Shape;646;p123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, Pie Chart">
  <p:cSld name="1_Graph, Pie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24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49" name="Google Shape;649;p124"/>
          <p:cNvGraphicFramePr/>
          <p:nvPr/>
        </p:nvGraphicFramePr>
        <p:xfrm>
          <a:off x="5280941" y="882852"/>
          <a:ext cx="3441033" cy="458525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50" name="Google Shape;650;p124"/>
          <p:cNvSpPr/>
          <p:nvPr/>
        </p:nvSpPr>
        <p:spPr>
          <a:xfrm>
            <a:off x="7083937" y="2737880"/>
            <a:ext cx="121561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24"/>
          <p:cNvSpPr/>
          <p:nvPr/>
        </p:nvSpPr>
        <p:spPr>
          <a:xfrm>
            <a:off x="5592446" y="2737880"/>
            <a:ext cx="121561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54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24"/>
          <p:cNvSpPr/>
          <p:nvPr/>
        </p:nvSpPr>
        <p:spPr>
          <a:xfrm>
            <a:off x="5935327" y="1608131"/>
            <a:ext cx="121561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3" name="Google Shape;653;p124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4" name="Google Shape;654;p124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5" name="Google Shape;655;p124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, Pie Chart – Long Headline">
  <p:cSld name="1_Graph, Pie Char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25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58" name="Google Shape;658;p125"/>
          <p:cNvGraphicFramePr/>
          <p:nvPr/>
        </p:nvGraphicFramePr>
        <p:xfrm>
          <a:off x="5280941" y="882852"/>
          <a:ext cx="3441033" cy="4585256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59" name="Google Shape;659;p125"/>
          <p:cNvSpPr/>
          <p:nvPr/>
        </p:nvSpPr>
        <p:spPr>
          <a:xfrm>
            <a:off x="7083937" y="2737880"/>
            <a:ext cx="1215611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5"/>
          <p:cNvSpPr/>
          <p:nvPr/>
        </p:nvSpPr>
        <p:spPr>
          <a:xfrm>
            <a:off x="5592446" y="2737880"/>
            <a:ext cx="121561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54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5"/>
          <p:cNvSpPr/>
          <p:nvPr/>
        </p:nvSpPr>
        <p:spPr>
          <a:xfrm>
            <a:off x="5935327" y="1608131"/>
            <a:ext cx="1215611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XX%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25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125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4" name="Google Shape;664;p125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, Bar Chart">
  <p:cSld name="1_Graph, Bar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26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67" name="Google Shape;667;p126"/>
          <p:cNvGraphicFramePr/>
          <p:nvPr/>
        </p:nvGraphicFramePr>
        <p:xfrm>
          <a:off x="5141007" y="1594677"/>
          <a:ext cx="3387470" cy="3668647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668" name="Google Shape;668;p126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9" name="Google Shape;669;p126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0" name="Google Shape;670;p126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Graph, Bar Chart – Long Headline">
  <p:cSld name="2_Graph, Bar Chart – Long Headlin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27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73" name="Google Shape;673;p127"/>
          <p:cNvGraphicFramePr/>
          <p:nvPr/>
        </p:nvGraphicFramePr>
        <p:xfrm>
          <a:off x="5141007" y="1594677"/>
          <a:ext cx="3387470" cy="3668647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674" name="Google Shape;674;p127"/>
          <p:cNvSpPr txBox="1"/>
          <p:nvPr>
            <p:ph type="title"/>
          </p:nvPr>
        </p:nvSpPr>
        <p:spPr>
          <a:xfrm>
            <a:off x="654119" y="748008"/>
            <a:ext cx="3256575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127"/>
          <p:cNvSpPr txBox="1"/>
          <p:nvPr>
            <p:ph idx="1" type="body"/>
          </p:nvPr>
        </p:nvSpPr>
        <p:spPr>
          <a:xfrm>
            <a:off x="652927" y="2850451"/>
            <a:ext cx="3256575" cy="3071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76" name="Google Shape;676;p127"/>
          <p:cNvCxnSpPr/>
          <p:nvPr/>
        </p:nvCxnSpPr>
        <p:spPr>
          <a:xfrm>
            <a:off x="723139" y="2523243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ph, Line Chart">
  <p:cSld name="1_Graph, Line 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28"/>
          <p:cNvSpPr txBox="1"/>
          <p:nvPr>
            <p:ph idx="12" type="sldNum"/>
          </p:nvPr>
        </p:nvSpPr>
        <p:spPr>
          <a:xfrm>
            <a:off x="6897756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679" name="Google Shape;679;p128"/>
          <p:cNvGraphicFramePr/>
          <p:nvPr/>
        </p:nvGraphicFramePr>
        <p:xfrm>
          <a:off x="5124623" y="1594677"/>
          <a:ext cx="3430163" cy="3382271"/>
        </p:xfrm>
        <a:graphic>
          <a:graphicData uri="http://schemas.openxmlformats.org/drawingml/2006/chart">
            <c:chart r:id="rId3"/>
          </a:graphicData>
        </a:graphic>
      </p:graphicFrame>
      <p:cxnSp>
        <p:nvCxnSpPr>
          <p:cNvPr id="680" name="Google Shape;680;p128"/>
          <p:cNvCxnSpPr/>
          <p:nvPr/>
        </p:nvCxnSpPr>
        <p:spPr>
          <a:xfrm>
            <a:off x="723139" y="1832220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1" name="Google Shape;681;p128"/>
          <p:cNvSpPr txBox="1"/>
          <p:nvPr>
            <p:ph idx="1" type="body"/>
          </p:nvPr>
        </p:nvSpPr>
        <p:spPr>
          <a:xfrm>
            <a:off x="652926" y="2159427"/>
            <a:ext cx="3615804" cy="3762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5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2" name="Google Shape;682;p128"/>
          <p:cNvSpPr txBox="1"/>
          <p:nvPr>
            <p:ph type="title"/>
          </p:nvPr>
        </p:nvSpPr>
        <p:spPr>
          <a:xfrm>
            <a:off x="654118" y="843864"/>
            <a:ext cx="3614612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osing Slide">
  <p:cSld name="1_Clos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29"/>
          <p:cNvSpPr txBox="1"/>
          <p:nvPr>
            <p:ph type="ctrTitle"/>
          </p:nvPr>
        </p:nvSpPr>
        <p:spPr>
          <a:xfrm>
            <a:off x="4616450" y="1932031"/>
            <a:ext cx="4157061" cy="2090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50"/>
              <a:buFont typeface="Helvetica Neue"/>
              <a:buNone/>
              <a:defRPr b="1" i="0" sz="46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85" name="Google Shape;685;p129"/>
          <p:cNvCxnSpPr/>
          <p:nvPr/>
        </p:nvCxnSpPr>
        <p:spPr>
          <a:xfrm>
            <a:off x="4693444" y="4239381"/>
            <a:ext cx="575072" cy="0"/>
          </a:xfrm>
          <a:prstGeom prst="straightConnector1">
            <a:avLst/>
          </a:prstGeom>
          <a:noFill/>
          <a:ln cap="flat" cmpd="sng" w="69850">
            <a:solidFill>
              <a:srgbClr val="FDBB3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84" Type="http://schemas.openxmlformats.org/officeDocument/2006/relationships/slideLayout" Target="../slideLayouts/slideLayout83.xml"/><Relationship Id="rId83" Type="http://schemas.openxmlformats.org/officeDocument/2006/relationships/slideLayout" Target="../slideLayouts/slideLayout82.xml"/><Relationship Id="rId42" Type="http://schemas.openxmlformats.org/officeDocument/2006/relationships/slideLayout" Target="../slideLayouts/slideLayout41.xml"/><Relationship Id="rId86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40.xml"/><Relationship Id="rId85" Type="http://schemas.openxmlformats.org/officeDocument/2006/relationships/slideLayout" Target="../slideLayouts/slideLayout84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87" Type="http://schemas.openxmlformats.org/officeDocument/2006/relationships/theme" Target="../theme/theme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80" Type="http://schemas.openxmlformats.org/officeDocument/2006/relationships/slideLayout" Target="../slideLayouts/slideLayout79.xml"/><Relationship Id="rId82" Type="http://schemas.openxmlformats.org/officeDocument/2006/relationships/slideLayout" Target="../slideLayouts/slideLayout81.xml"/><Relationship Id="rId81" Type="http://schemas.openxmlformats.org/officeDocument/2006/relationships/slideLayout" Target="../slideLayouts/slideLayout80.xml"/><Relationship Id="rId1" Type="http://schemas.openxmlformats.org/officeDocument/2006/relationships/image" Target="../media/image1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75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29.xml"/><Relationship Id="rId74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32.xml"/><Relationship Id="rId77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31.xml"/><Relationship Id="rId76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34.xml"/><Relationship Id="rId79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33.xml"/><Relationship Id="rId78" Type="http://schemas.openxmlformats.org/officeDocument/2006/relationships/slideLayout" Target="../slideLayouts/slideLayout77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653519" y="543756"/>
            <a:ext cx="7886700" cy="20070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  <a:defRPr b="1" i="0" sz="3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653519" y="3183047"/>
            <a:ext cx="7861831" cy="299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DBB3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FDBB3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b="0" i="0" sz="1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Helvetica Neue"/>
              <a:buNone/>
              <a:defRPr b="0" i="0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"/>
          <p:cNvSpPr txBox="1"/>
          <p:nvPr>
            <p:ph type="ctrTitle"/>
          </p:nvPr>
        </p:nvSpPr>
        <p:spPr>
          <a:xfrm>
            <a:off x="4616450" y="1492779"/>
            <a:ext cx="4197099" cy="27028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50"/>
              <a:buFont typeface="Helvetica Neue"/>
              <a:buNone/>
            </a:pPr>
            <a:r>
              <a:rPr lang="en-US"/>
              <a:t>Donor Retention Project</a:t>
            </a:r>
            <a:endParaRPr/>
          </a:p>
        </p:txBody>
      </p:sp>
      <p:sp>
        <p:nvSpPr>
          <p:cNvPr id="691" name="Google Shape;691;p1"/>
          <p:cNvSpPr txBox="1"/>
          <p:nvPr>
            <p:ph idx="1" type="subTitle"/>
          </p:nvPr>
        </p:nvSpPr>
        <p:spPr>
          <a:xfrm>
            <a:off x="4616450" y="4784531"/>
            <a:ext cx="3848894" cy="36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50"/>
              <a:buFont typeface="Helvetica Neue"/>
              <a:buNone/>
            </a:pPr>
            <a:r>
              <a:rPr lang="en-US"/>
              <a:t>Ian Kimura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Why Donor Retention?</a:t>
            </a:r>
            <a:endParaRPr/>
          </a:p>
        </p:txBody>
      </p:sp>
      <p:sp>
        <p:nvSpPr>
          <p:cNvPr id="697" name="Google Shape;697;p2"/>
          <p:cNvSpPr txBox="1"/>
          <p:nvPr>
            <p:ph idx="1" type="body"/>
          </p:nvPr>
        </p:nvSpPr>
        <p:spPr>
          <a:xfrm>
            <a:off x="652925" y="2159424"/>
            <a:ext cx="79662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/>
              <a:t>The Problem</a:t>
            </a:r>
            <a:endParaRPr sz="1950"/>
          </a:p>
          <a:p>
            <a:pPr indent="-352425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Many occasions where donors often give once or a few times and then stop</a:t>
            </a:r>
            <a:endParaRPr sz="1950"/>
          </a:p>
          <a:p>
            <a:pPr indent="-352425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This is important because retaining donors is more cost effective than acquiring new ones</a:t>
            </a:r>
            <a:endParaRPr sz="1950"/>
          </a:p>
          <a:p>
            <a:pPr indent="-352425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According to NonProfitEasy, “It </a:t>
            </a:r>
            <a:r>
              <a:rPr lang="en-US" sz="1950"/>
              <a:t>costs</a:t>
            </a:r>
            <a:r>
              <a:rPr lang="en-US" sz="1950"/>
              <a:t> about five times more to acquire one new donor than it does to retain a donor</a:t>
            </a:r>
            <a:endParaRPr sz="1950"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What we set out to learn?</a:t>
            </a:r>
            <a:endParaRPr/>
          </a:p>
        </p:txBody>
      </p:sp>
      <p:sp>
        <p:nvSpPr>
          <p:cNvPr id="703" name="Google Shape;703;p3"/>
          <p:cNvSpPr txBox="1"/>
          <p:nvPr>
            <p:ph idx="1" type="body"/>
          </p:nvPr>
        </p:nvSpPr>
        <p:spPr>
          <a:xfrm>
            <a:off x="652925" y="2850450"/>
            <a:ext cx="6880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Why do some donors stop giving while others continue</a:t>
            </a:r>
            <a:endParaRPr sz="1950"/>
          </a:p>
          <a:p>
            <a:pPr indent="-352425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Can we predict which donors are at risk of stopping donations?</a:t>
            </a:r>
            <a:endParaRPr sz="1950"/>
          </a:p>
          <a:p>
            <a:pPr indent="-352425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How can we use this information to take action?</a:t>
            </a:r>
            <a:endParaRPr sz="1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"/>
          <p:cNvSpPr txBox="1"/>
          <p:nvPr>
            <p:ph type="title"/>
          </p:nvPr>
        </p:nvSpPr>
        <p:spPr>
          <a:xfrm>
            <a:off x="654118" y="843864"/>
            <a:ext cx="5828834" cy="7459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Introducing the Data</a:t>
            </a:r>
            <a:endParaRPr/>
          </a:p>
        </p:txBody>
      </p:sp>
      <p:pic>
        <p:nvPicPr>
          <p:cNvPr id="709" name="Google Shape;70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7438"/>
            <a:ext cx="8839201" cy="147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"/>
          <p:cNvSpPr txBox="1"/>
          <p:nvPr>
            <p:ph type="title"/>
          </p:nvPr>
        </p:nvSpPr>
        <p:spPr>
          <a:xfrm>
            <a:off x="654118" y="748008"/>
            <a:ext cx="5828834" cy="15328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Helvetica Neue"/>
              <a:buNone/>
            </a:pPr>
            <a:r>
              <a:rPr lang="en-US"/>
              <a:t>Data cleaning</a:t>
            </a:r>
            <a:endParaRPr/>
          </a:p>
        </p:txBody>
      </p:sp>
      <p:pic>
        <p:nvPicPr>
          <p:cNvPr id="715" name="Google Shape;715;p5" title="Screen Shot 2025-04-29 at 12.15.4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3286"/>
            <a:ext cx="8839200" cy="204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5101fbf51f_0_14"/>
          <p:cNvSpPr txBox="1"/>
          <p:nvPr>
            <p:ph type="title"/>
          </p:nvPr>
        </p:nvSpPr>
        <p:spPr>
          <a:xfrm>
            <a:off x="654118" y="748008"/>
            <a:ext cx="5828700" cy="153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we predict at-risk donors?</a:t>
            </a:r>
            <a:endParaRPr/>
          </a:p>
        </p:txBody>
      </p:sp>
      <p:sp>
        <p:nvSpPr>
          <p:cNvPr id="722" name="Google Shape;722;g35101fbf51f_0_14"/>
          <p:cNvSpPr txBox="1"/>
          <p:nvPr>
            <p:ph idx="1" type="body"/>
          </p:nvPr>
        </p:nvSpPr>
        <p:spPr>
          <a:xfrm>
            <a:off x="510775" y="2850450"/>
            <a:ext cx="4558800" cy="264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457200" rtl="0" algn="l">
              <a:spcBef>
                <a:spcPts val="750"/>
              </a:spcBef>
              <a:spcAft>
                <a:spcPts val="0"/>
              </a:spcAft>
              <a:buSzPts val="1750"/>
              <a:buChar char="●"/>
            </a:pPr>
            <a:r>
              <a:rPr lang="en-US" sz="1750"/>
              <a:t>We use past donation patterns of those who had stopped donation to identify warning signs</a:t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-US" sz="1750"/>
              <a:t>Key risk indicators include:</a:t>
            </a:r>
            <a:endParaRPr sz="1750"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ts val="1750"/>
              <a:buChar char="○"/>
            </a:pPr>
            <a:r>
              <a:rPr lang="en-US" sz="1750"/>
              <a:t>Decreasing donation amounts</a:t>
            </a:r>
            <a:endParaRPr sz="1750"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ts val="1750"/>
              <a:buChar char="○"/>
            </a:pPr>
            <a:r>
              <a:rPr lang="en-US" sz="1750"/>
              <a:t>Increased time between donations</a:t>
            </a:r>
            <a:endParaRPr sz="1750"/>
          </a:p>
          <a:p>
            <a:pPr indent="-339725" lvl="1" marL="914400" rtl="0" algn="l">
              <a:spcBef>
                <a:spcPts val="0"/>
              </a:spcBef>
              <a:spcAft>
                <a:spcPts val="0"/>
              </a:spcAft>
              <a:buSzPts val="1750"/>
              <a:buChar char="○"/>
            </a:pPr>
            <a:r>
              <a:rPr lang="en-US" sz="1750"/>
              <a:t>Fewer overall donations over time</a:t>
            </a:r>
            <a:endParaRPr sz="1750"/>
          </a:p>
        </p:txBody>
      </p:sp>
      <p:sp>
        <p:nvSpPr>
          <p:cNvPr id="723" name="Google Shape;723;g35101fbf51f_0_14"/>
          <p:cNvSpPr txBox="1"/>
          <p:nvPr>
            <p:ph idx="12" type="sldNum"/>
          </p:nvPr>
        </p:nvSpPr>
        <p:spPr>
          <a:xfrm>
            <a:off x="6897756" y="6356351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4" name="Google Shape;724;g35101fbf51f_0_1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925" y="2536520"/>
            <a:ext cx="3374575" cy="262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5101fbf51f_0_22"/>
          <p:cNvSpPr txBox="1"/>
          <p:nvPr>
            <p:ph type="title"/>
          </p:nvPr>
        </p:nvSpPr>
        <p:spPr>
          <a:xfrm>
            <a:off x="652918" y="290808"/>
            <a:ext cx="5828700" cy="153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Results</a:t>
            </a:r>
            <a:endParaRPr/>
          </a:p>
        </p:txBody>
      </p:sp>
      <p:sp>
        <p:nvSpPr>
          <p:cNvPr id="731" name="Google Shape;731;g35101fbf51f_0_22"/>
          <p:cNvSpPr txBox="1"/>
          <p:nvPr>
            <p:ph idx="1" type="body"/>
          </p:nvPr>
        </p:nvSpPr>
        <p:spPr>
          <a:xfrm>
            <a:off x="652927" y="2658726"/>
            <a:ext cx="6427800" cy="264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457200" rtl="0" algn="l">
              <a:spcBef>
                <a:spcPts val="75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Test accuracy: 93.19%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Model correctly predicted donor retention 93.19% of the time on unseen data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High </a:t>
            </a:r>
            <a:r>
              <a:rPr lang="en-US" sz="1950"/>
              <a:t>accuracy</a:t>
            </a:r>
            <a:r>
              <a:rPr lang="en-US" sz="1950"/>
              <a:t> ensures that the model is </a:t>
            </a:r>
            <a:r>
              <a:rPr lang="en-US" sz="1950"/>
              <a:t>effective</a:t>
            </a:r>
            <a:r>
              <a:rPr lang="en-US" sz="1950"/>
              <a:t> in predicting both donors who continue donating and those who stop</a:t>
            </a:r>
            <a:endParaRPr sz="1950"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Recall for Churned Donors: 94.06%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Model correctly identified 94.06% of donors who stopped donating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High </a:t>
            </a:r>
            <a:r>
              <a:rPr lang="en-US" sz="1950"/>
              <a:t>recall</a:t>
            </a:r>
            <a:r>
              <a:rPr lang="en-US" sz="1950"/>
              <a:t> is important because it helps us find most of the donors who have stopped giving</a:t>
            </a:r>
            <a:endParaRPr sz="1950"/>
          </a:p>
        </p:txBody>
      </p:sp>
      <p:sp>
        <p:nvSpPr>
          <p:cNvPr id="732" name="Google Shape;732;g35101fbf51f_0_22"/>
          <p:cNvSpPr txBox="1"/>
          <p:nvPr>
            <p:ph idx="12" type="sldNum"/>
          </p:nvPr>
        </p:nvSpPr>
        <p:spPr>
          <a:xfrm>
            <a:off x="6897756" y="6356351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5101fbf51f_0_45"/>
          <p:cNvSpPr txBox="1"/>
          <p:nvPr>
            <p:ph type="title"/>
          </p:nvPr>
        </p:nvSpPr>
        <p:spPr>
          <a:xfrm>
            <a:off x="654118" y="748008"/>
            <a:ext cx="5828700" cy="153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this means for the organization?</a:t>
            </a:r>
            <a:endParaRPr/>
          </a:p>
        </p:txBody>
      </p:sp>
      <p:sp>
        <p:nvSpPr>
          <p:cNvPr id="739" name="Google Shape;739;g35101fbf51f_0_45"/>
          <p:cNvSpPr txBox="1"/>
          <p:nvPr>
            <p:ph idx="1" type="body"/>
          </p:nvPr>
        </p:nvSpPr>
        <p:spPr>
          <a:xfrm>
            <a:off x="652927" y="2850451"/>
            <a:ext cx="6427800" cy="264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457200" rtl="0" algn="l">
              <a:spcBef>
                <a:spcPts val="75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We can now take action before donors leave</a:t>
            </a:r>
            <a:endParaRPr sz="1950"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Prediction helps us focus our retention efforts where they matter most</a:t>
            </a:r>
            <a:endParaRPr sz="1950"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Even a small improvement in retention can significantly impact fundraising revenue</a:t>
            </a:r>
            <a:endParaRPr sz="1950"/>
          </a:p>
        </p:txBody>
      </p:sp>
      <p:sp>
        <p:nvSpPr>
          <p:cNvPr id="740" name="Google Shape;740;g35101fbf51f_0_45"/>
          <p:cNvSpPr txBox="1"/>
          <p:nvPr>
            <p:ph idx="12" type="sldNum"/>
          </p:nvPr>
        </p:nvSpPr>
        <p:spPr>
          <a:xfrm>
            <a:off x="6897756" y="6356351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5101fbf51f_0_52"/>
          <p:cNvSpPr txBox="1"/>
          <p:nvPr>
            <p:ph type="title"/>
          </p:nvPr>
        </p:nvSpPr>
        <p:spPr>
          <a:xfrm>
            <a:off x="654118" y="748008"/>
            <a:ext cx="5828700" cy="1533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Actionable Recommendations</a:t>
            </a:r>
            <a:endParaRPr/>
          </a:p>
        </p:txBody>
      </p:sp>
      <p:sp>
        <p:nvSpPr>
          <p:cNvPr id="747" name="Google Shape;747;g35101fbf51f_0_52"/>
          <p:cNvSpPr txBox="1"/>
          <p:nvPr>
            <p:ph idx="1" type="body"/>
          </p:nvPr>
        </p:nvSpPr>
        <p:spPr>
          <a:xfrm>
            <a:off x="652927" y="2850451"/>
            <a:ext cx="6427800" cy="264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2425" lvl="0" marL="457200" rtl="0" algn="l">
              <a:spcBef>
                <a:spcPts val="75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Engagement strategy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Personal </a:t>
            </a:r>
            <a:r>
              <a:rPr lang="en-US" sz="1950"/>
              <a:t>outreach</a:t>
            </a:r>
            <a:r>
              <a:rPr lang="en-US" sz="1950"/>
              <a:t> for at-risk donors</a:t>
            </a:r>
            <a:endParaRPr sz="1950"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Targeted messaging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Sending tailored communications to high risk donors</a:t>
            </a:r>
            <a:endParaRPr sz="1950"/>
          </a:p>
          <a:p>
            <a:pPr indent="-352425" lvl="0" marL="4572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 sz="1950"/>
              <a:t>Loyalty programs</a:t>
            </a:r>
            <a:endParaRPr sz="1950"/>
          </a:p>
          <a:p>
            <a:pPr indent="-352425" lvl="1" marL="914400" rtl="0" algn="l">
              <a:spcBef>
                <a:spcPts val="0"/>
              </a:spcBef>
              <a:spcAft>
                <a:spcPts val="0"/>
              </a:spcAft>
              <a:buSzPts val="1950"/>
              <a:buChar char="○"/>
            </a:pPr>
            <a:r>
              <a:rPr lang="en-US" sz="1950"/>
              <a:t>incentivizing repeat donations</a:t>
            </a:r>
            <a:endParaRPr sz="1950"/>
          </a:p>
        </p:txBody>
      </p:sp>
      <p:sp>
        <p:nvSpPr>
          <p:cNvPr id="748" name="Google Shape;748;g35101fbf51f_0_52"/>
          <p:cNvSpPr txBox="1"/>
          <p:nvPr>
            <p:ph idx="12" type="sldNum"/>
          </p:nvPr>
        </p:nvSpPr>
        <p:spPr>
          <a:xfrm>
            <a:off x="6897756" y="6356351"/>
            <a:ext cx="20574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3"/>
          <p:cNvSpPr txBox="1"/>
          <p:nvPr>
            <p:ph type="ctrTitle"/>
          </p:nvPr>
        </p:nvSpPr>
        <p:spPr>
          <a:xfrm>
            <a:off x="4616450" y="1932031"/>
            <a:ext cx="4157061" cy="20901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50"/>
              <a:buFont typeface="Helvetica Neue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2020-06-10T16:38:03Z</dcterms:created>
  <dc:creator>Allison McGinn</dc:creator>
</cp:coreProperties>
</file>